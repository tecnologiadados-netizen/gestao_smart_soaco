
<file path=[Content_Types].xml><?xml version="1.0" encoding="utf-8"?>
<Types xmlns="http://schemas.openxmlformats.org/package/2006/content-types">
  <Default Extension="png" ContentType="image/png"/>
  <Default Extension="rels" ContentType="application/vnd.openxmlformats-package.relationships+xml"/>
  <Default Extension="xml" ContentType="application/xml"/>
  <Override PartName="/ppt/presentation.xml" ContentType="application/vnd.openxmlformats-officedocument.presentationml.presentation.main+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slides/slide10.xml" ContentType="application/vnd.openxmlformats-officedocument.presentationml.slide+xml"/>
  <Override PartName="/ppt/notesMasters/notesMaster1.xml" ContentType="application/vnd.openxmlformats-officedocument.presentationml.notesMaster+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theme/theme2.xml" ContentType="application/vnd.openxmlformats-officedocument.theme+xml"/>
  <Override PartName="/ppt/notesSlides/notesSlide1.xml" ContentType="application/vnd.openxmlformats-officedocument.presentationml.notesSlide+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Relationship Id="rId3" Type="http://schemas.openxmlformats.org/officeDocument/2006/relationships/extended-properties" Target="docProps/app.xml"/><Relationship Id="rId2" Type="http://schemas.openxmlformats.org/package/2006/relationships/metadata/core-properties" Target="docProps/core.xml"/><Relationship Id="rId1" Type="http://schemas.openxmlformats.org/officeDocument/2006/relationships/officeDocument" Target="ppt/presentation.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p:sldMasterIdLst>
    <p:sldMasterId id="2147483648" r:id="rId1"/>
  </p:sldMasterIdLst>
  <p:notesMasterIdLst>
    <p:notesMasterId r:id="rId12"/>
  </p:notesMasterIdLst>
  <p:sldIdLst>
    <p:sldId id="263" r:id="rId2"/>
    <p:sldId id="256" r:id="rId3"/>
    <p:sldId id="257" r:id="rId4"/>
    <p:sldId id="258" r:id="rId5"/>
    <p:sldId id="259" r:id="rId6"/>
    <p:sldId id="260" r:id="rId7"/>
    <p:sldId id="264" r:id="rId8"/>
    <p:sldId id="261" r:id="rId9"/>
    <p:sldId id="262" r:id="rId10"/>
    <p:sldId id="281" r:id="rId11"/>
  </p:sldIdLst>
  <p:sldSz cx="5364163" cy="7561263"/>
  <p:notesSz cx="6858000" cy="9144000"/>
  <p:defaultTextStyle>
    <a:defPPr>
      <a:defRPr lang="pt-BR"/>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extLst>
    <p:ext uri="{EFAFB233-063F-42B5-8137-9DF3F51BA10A}">
      <p15:sldGuideLst xmlns:p15="http://schemas.microsoft.com/office/powerpoint/2012/main">
        <p15:guide id="1" orient="horz" pos="2382">
          <p15:clr>
            <a:srgbClr val="A4A3A4"/>
          </p15:clr>
        </p15:guide>
        <p15:guide id="2" pos="1690">
          <p15:clr>
            <a:srgbClr val="A4A3A4"/>
          </p15:clr>
        </p15:guide>
      </p15:sldGuideLst>
    </p:ext>
  </p:extLst>
</p:presentation>
</file>

<file path=ppt/presProps.xml><?xml version="1.0" encoding="utf-8"?>
<p:presentationPr xmlns:a="http://schemas.openxmlformats.org/drawingml/2006/main" xmlns:r="http://schemas.openxmlformats.org/officeDocument/2006/relationships" xmlns:p="http://schemas.openxmlformats.org/presentationml/2006/main">
  <p:showPr showNarration="1">
    <p:present/>
    <p:sldAll/>
    <p:penClr>
      <a:prstClr val="red"/>
    </p:penClr>
    <p:extLst>
      <p:ext uri="{EC167BDD-8182-4AB7-AECC-EB403E3ABB37}">
        <p14:laserClr xmlns:p14="http://schemas.microsoft.com/office/powerpoint/2010/main">
          <a:srgbClr val="FF0000"/>
        </p14:laserClr>
      </p:ext>
      <p:ext uri="{2FDB2607-1784-4EEB-B798-7EB5836EED8A}">
        <p14:showMediaCtrls xmlns:p14="http://schemas.microsoft.com/office/powerpoint/2010/main" val="1"/>
      </p:ext>
    </p:extLst>
  </p:showPr>
  <p:extLst>
    <p:ext uri="{E76CE94A-603C-4142-B9EB-6D1370010A27}">
      <p14:discardImageEditData xmlns:p14="http://schemas.microsoft.com/office/powerpoint/2010/main" val="0"/>
    </p:ext>
    <p:ext uri="{D31A062A-798A-4329-ABDD-BBA856620510}">
      <p14:defaultImageDpi xmlns:p14="http://schemas.microsoft.com/office/powerpoint/2010/main" val="220"/>
    </p:ext>
    <p:ext uri="{FD5EFAAD-0ECE-453E-9831-46B23BE46B34}">
      <p15:chartTrackingRefBased xmlns:p15="http://schemas.microsoft.com/office/powerpoint/2012/main" val="0"/>
    </p:ext>
  </p:extLst>
</p:presentationPr>
</file>

<file path=ppt/tableStyles.xml><?xml version="1.0" encoding="utf-8"?>
<a:tblStyleLst xmlns:a="http://schemas.openxmlformats.org/drawingml/2006/main" def="{5C22544A-7EE6-4342-B048-85BDC9FD1C3A}">
  <a:tblStyle styleId="{5C22544A-7EE6-4342-B048-85BDC9FD1C3A}" styleName="Estilo Médio 2 - Ênfase 1">
    <a:wholeTbl>
      <a:tcTxStyle>
        <a:fontRef idx="minor">
          <a:prstClr val="black"/>
        </a:fontRef>
        <a:schemeClr val="dk1"/>
      </a:tcTxStyle>
      <a:tcStyle>
        <a:tcBdr>
          <a:left>
            <a:ln w="12700" cmpd="sng">
              <a:solidFill>
                <a:schemeClr val="lt1"/>
              </a:solidFill>
            </a:ln>
          </a:left>
          <a:right>
            <a:ln w="12700" cmpd="sng">
              <a:solidFill>
                <a:schemeClr val="lt1"/>
              </a:solidFill>
            </a:ln>
          </a:right>
          <a:top>
            <a:ln w="12700" cmpd="sng">
              <a:solidFill>
                <a:schemeClr val="lt1"/>
              </a:solidFill>
            </a:ln>
          </a:top>
          <a:bottom>
            <a:ln w="12700" cmpd="sng">
              <a:solidFill>
                <a:schemeClr val="lt1"/>
              </a:solidFill>
            </a:ln>
          </a:bottom>
          <a:insideH>
            <a:ln w="12700" cmpd="sng">
              <a:solidFill>
                <a:schemeClr val="lt1"/>
              </a:solidFill>
            </a:ln>
          </a:insideH>
          <a:insideV>
            <a:ln w="12700" cmpd="sng">
              <a:solidFill>
                <a:schemeClr val="lt1"/>
              </a:solidFill>
            </a:ln>
          </a:insideV>
        </a:tcBdr>
        <a:fill>
          <a:solidFill>
            <a:schemeClr val="accent1">
              <a:tint val="20000"/>
            </a:schemeClr>
          </a:solidFill>
        </a:fill>
      </a:tcStyle>
    </a:wholeTbl>
    <a:band1H>
      <a:tcStyle>
        <a:tcBdr/>
        <a:fill>
          <a:solidFill>
            <a:schemeClr val="accent1">
              <a:tint val="40000"/>
            </a:schemeClr>
          </a:solidFill>
        </a:fill>
      </a:tcStyle>
    </a:band1H>
    <a:band2H>
      <a:tcStyle>
        <a:tcBdr/>
      </a:tcStyle>
    </a:band2H>
    <a:band1V>
      <a:tcStyle>
        <a:tcBdr/>
        <a:fill>
          <a:solidFill>
            <a:schemeClr val="accent1">
              <a:tint val="40000"/>
            </a:schemeClr>
          </a:solidFill>
        </a:fill>
      </a:tcStyle>
    </a:band1V>
    <a:band2V>
      <a:tcStyle>
        <a:tcBdr/>
      </a:tcStyle>
    </a:band2V>
    <a:lastCol>
      <a:tcTxStyle b="on">
        <a:fontRef idx="minor">
          <a:prstClr val="black"/>
        </a:fontRef>
        <a:schemeClr val="lt1"/>
      </a:tcTxStyle>
      <a:tcStyle>
        <a:tcBdr/>
        <a:fill>
          <a:solidFill>
            <a:schemeClr val="accent1"/>
          </a:solidFill>
        </a:fill>
      </a:tcStyle>
    </a:lastCol>
    <a:firstCol>
      <a:tcTxStyle b="on">
        <a:fontRef idx="minor">
          <a:prstClr val="black"/>
        </a:fontRef>
        <a:schemeClr val="lt1"/>
      </a:tcTxStyle>
      <a:tcStyle>
        <a:tcBdr/>
        <a:fill>
          <a:solidFill>
            <a:schemeClr val="accent1"/>
          </a:solidFill>
        </a:fill>
      </a:tcStyle>
    </a:firstCol>
    <a:lastRow>
      <a:tcTxStyle b="on">
        <a:fontRef idx="minor">
          <a:prstClr val="black"/>
        </a:fontRef>
        <a:schemeClr val="lt1"/>
      </a:tcTxStyle>
      <a:tcStyle>
        <a:tcBdr>
          <a:top>
            <a:ln w="38100" cmpd="sng">
              <a:solidFill>
                <a:schemeClr val="lt1"/>
              </a:solidFill>
            </a:ln>
          </a:top>
        </a:tcBdr>
        <a:fill>
          <a:solidFill>
            <a:schemeClr val="accent1"/>
          </a:solidFill>
        </a:fill>
      </a:tcStyle>
    </a:lastRow>
    <a:firstRow>
      <a:tcTxStyle b="on">
        <a:fontRef idx="minor">
          <a:prstClr val="black"/>
        </a:fontRef>
        <a:schemeClr val="lt1"/>
      </a:tcTxStyle>
      <a:tcStyle>
        <a:tcBdr>
          <a:bottom>
            <a:ln w="38100" cmpd="sng">
              <a:solidFill>
                <a:schemeClr val="lt1"/>
              </a:solidFill>
            </a:ln>
          </a:bottom>
        </a:tcBdr>
        <a:fill>
          <a:solidFill>
            <a:schemeClr val="accent1"/>
          </a:solidFill>
        </a:fill>
      </a:tcStyle>
    </a:firstRow>
  </a:tblStyle>
  <a:tblStyle styleId="{073A0DAA-6AF3-43AB-8588-CEC1D06C72B9}" styleName="Estilo Médio 2">
    <a:wholeTbl>
      <a:tcTxStyle>
        <a:fontRef idx="minor">
          <a:prstClr val="black"/>
        </a:fontRef>
        <a:schemeClr val="dk1"/>
      </a:tcTxStyle>
      <a:tcStyle>
        <a:tcBdr>
          <a:left>
            <a:ln w="12700" cmpd="sng">
              <a:solidFill>
                <a:schemeClr val="lt1"/>
              </a:solidFill>
            </a:ln>
          </a:left>
          <a:right>
            <a:ln w="12700" cmpd="sng">
              <a:solidFill>
                <a:schemeClr val="lt1"/>
              </a:solidFill>
            </a:ln>
          </a:right>
          <a:top>
            <a:ln w="12700" cmpd="sng">
              <a:solidFill>
                <a:schemeClr val="lt1"/>
              </a:solidFill>
            </a:ln>
          </a:top>
          <a:bottom>
            <a:ln w="12700" cmpd="sng">
              <a:solidFill>
                <a:schemeClr val="lt1"/>
              </a:solidFill>
            </a:ln>
          </a:bottom>
          <a:insideH>
            <a:ln w="12700" cmpd="sng">
              <a:solidFill>
                <a:schemeClr val="lt1"/>
              </a:solidFill>
            </a:ln>
          </a:insideH>
          <a:insideV>
            <a:ln w="12700" cmpd="sng">
              <a:solidFill>
                <a:schemeClr val="lt1"/>
              </a:solidFill>
            </a:ln>
          </a:insideV>
        </a:tcBdr>
        <a:fill>
          <a:solidFill>
            <a:schemeClr val="dk1">
              <a:tint val="20000"/>
            </a:schemeClr>
          </a:solidFill>
        </a:fill>
      </a:tcStyle>
    </a:wholeTbl>
    <a:band1H>
      <a:tcStyle>
        <a:tcBdr/>
        <a:fill>
          <a:solidFill>
            <a:schemeClr val="dk1">
              <a:tint val="40000"/>
            </a:schemeClr>
          </a:solidFill>
        </a:fill>
      </a:tcStyle>
    </a:band1H>
    <a:band2H>
      <a:tcStyle>
        <a:tcBdr/>
      </a:tcStyle>
    </a:band2H>
    <a:band1V>
      <a:tcStyle>
        <a:tcBdr/>
        <a:fill>
          <a:solidFill>
            <a:schemeClr val="dk1">
              <a:tint val="40000"/>
            </a:schemeClr>
          </a:solidFill>
        </a:fill>
      </a:tcStyle>
    </a:band1V>
    <a:band2V>
      <a:tcStyle>
        <a:tcBdr/>
      </a:tcStyle>
    </a:band2V>
    <a:lastCol>
      <a:tcTxStyle b="on">
        <a:fontRef idx="minor">
          <a:prstClr val="black"/>
        </a:fontRef>
        <a:schemeClr val="lt1"/>
      </a:tcTxStyle>
      <a:tcStyle>
        <a:tcBdr/>
        <a:fill>
          <a:solidFill>
            <a:schemeClr val="dk1"/>
          </a:solidFill>
        </a:fill>
      </a:tcStyle>
    </a:lastCol>
    <a:firstCol>
      <a:tcTxStyle b="on">
        <a:fontRef idx="minor">
          <a:prstClr val="black"/>
        </a:fontRef>
        <a:schemeClr val="lt1"/>
      </a:tcTxStyle>
      <a:tcStyle>
        <a:tcBdr/>
        <a:fill>
          <a:solidFill>
            <a:schemeClr val="dk1"/>
          </a:solidFill>
        </a:fill>
      </a:tcStyle>
    </a:firstCol>
    <a:lastRow>
      <a:tcTxStyle b="on">
        <a:fontRef idx="minor">
          <a:prstClr val="black"/>
        </a:fontRef>
        <a:schemeClr val="lt1"/>
      </a:tcTxStyle>
      <a:tcStyle>
        <a:tcBdr>
          <a:top>
            <a:ln w="38100" cmpd="sng">
              <a:solidFill>
                <a:schemeClr val="lt1"/>
              </a:solidFill>
            </a:ln>
          </a:top>
        </a:tcBdr>
        <a:fill>
          <a:solidFill>
            <a:schemeClr val="dk1"/>
          </a:solidFill>
        </a:fill>
      </a:tcStyle>
    </a:lastRow>
    <a:firstRow>
      <a:tcTxStyle b="on">
        <a:fontRef idx="minor">
          <a:prstClr val="black"/>
        </a:fontRef>
        <a:schemeClr val="lt1"/>
      </a:tcTxStyle>
      <a:tcStyle>
        <a:tcBdr>
          <a:bottom>
            <a:ln w="38100" cmpd="sng">
              <a:solidFill>
                <a:schemeClr val="lt1"/>
              </a:solidFill>
            </a:ln>
          </a:bottom>
        </a:tcBdr>
        <a:fill>
          <a:solidFill>
            <a:schemeClr val="dk1"/>
          </a:solidFill>
        </a:fill>
      </a:tcStyle>
    </a:firstRow>
  </a:tblStyle>
</a:tblStyleLst>
</file>

<file path=ppt/viewProps.xml><?xml version="1.0" encoding="utf-8"?>
<p:viewPr xmlns:a="http://schemas.openxmlformats.org/drawingml/2006/main" xmlns:r="http://schemas.openxmlformats.org/officeDocument/2006/relationships" xmlns:p="http://schemas.openxmlformats.org/presentationml/2006/main">
  <p:normalViewPr horzBarState="maximized">
    <p:restoredLeft sz="15000" autoAdjust="0"/>
    <p:restoredTop sz="94660"/>
  </p:normalViewPr>
  <p:slideViewPr>
    <p:cSldViewPr>
      <p:cViewPr>
        <p:scale>
          <a:sx n="150" d="100"/>
          <a:sy n="150" d="100"/>
        </p:scale>
        <p:origin x="804" y="-3750"/>
      </p:cViewPr>
      <p:guideLst>
        <p:guide orient="horz" pos="2382"/>
        <p:guide pos="1690"/>
      </p:guideLst>
    </p:cSldViewPr>
  </p:slideViewPr>
  <p:notesTextViewPr>
    <p:cViewPr>
      <p:scale>
        <a:sx n="1" d="1"/>
        <a:sy n="1" d="1"/>
      </p:scale>
      <p:origin x="0" y="0"/>
    </p:cViewPr>
  </p:notesTextViewPr>
  <p:gridSpacing cx="72008" cy="72008"/>
</p:viewPr>
</file>

<file path=ppt/_rels/presentation.xml.rels><?xml version="1.0" encoding="UTF-8" standalone="yes"?>
<Relationships xmlns="http://schemas.openxmlformats.org/package/2006/relationships"><Relationship Id="rId8" Type="http://schemas.openxmlformats.org/officeDocument/2006/relationships/slide" Target="slides/slide7.xml"/><Relationship Id="rId13" Type="http://schemas.openxmlformats.org/officeDocument/2006/relationships/presProps" Target="presProps.xml"/><Relationship Id="rId3" Type="http://schemas.openxmlformats.org/officeDocument/2006/relationships/slide" Target="slides/slide2.xml"/><Relationship Id="rId7" Type="http://schemas.openxmlformats.org/officeDocument/2006/relationships/slide" Target="slides/slide6.xml"/><Relationship Id="rId12" Type="http://schemas.openxmlformats.org/officeDocument/2006/relationships/notesMaster" Target="notesMasters/notesMaster1.xml"/><Relationship Id="rId2" Type="http://schemas.openxmlformats.org/officeDocument/2006/relationships/slide" Target="slides/slide1.xml"/><Relationship Id="rId16" Type="http://schemas.openxmlformats.org/officeDocument/2006/relationships/tableStyles" Target="tableStyles.xml"/><Relationship Id="rId1" Type="http://schemas.openxmlformats.org/officeDocument/2006/relationships/slideMaster" Target="slideMasters/slideMaster1.xml"/><Relationship Id="rId6" Type="http://schemas.openxmlformats.org/officeDocument/2006/relationships/slide" Target="slides/slide5.xml"/><Relationship Id="rId11" Type="http://schemas.openxmlformats.org/officeDocument/2006/relationships/slide" Target="slides/slide10.xml"/><Relationship Id="rId5" Type="http://schemas.openxmlformats.org/officeDocument/2006/relationships/slide" Target="slides/slide4.xml"/><Relationship Id="rId15" Type="http://schemas.openxmlformats.org/officeDocument/2006/relationships/theme" Target="theme/theme1.xml"/><Relationship Id="rId10" Type="http://schemas.openxmlformats.org/officeDocument/2006/relationships/slide" Target="slides/slide9.xml"/><Relationship Id="rId4" Type="http://schemas.openxmlformats.org/officeDocument/2006/relationships/slide" Target="slides/slide3.xml"/><Relationship Id="rId9" Type="http://schemas.openxmlformats.org/officeDocument/2006/relationships/slide" Target="slides/slide8.xml"/><Relationship Id="rId14" Type="http://schemas.openxmlformats.org/officeDocument/2006/relationships/viewProps" Target="viewProps.xml"/></Relationships>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Espaço Reservado para Cabeçalho 1"/>
          <p:cNvSpPr>
            <a:spLocks noGrp="1"/>
          </p:cNvSpPr>
          <p:nvPr>
            <p:ph type="hdr" sz="quarter"/>
          </p:nvPr>
        </p:nvSpPr>
        <p:spPr>
          <a:xfrm>
            <a:off x="0" y="0"/>
            <a:ext cx="2971800" cy="458788"/>
          </a:xfrm>
          <a:prstGeom prst="rect">
            <a:avLst/>
          </a:prstGeom>
        </p:spPr>
        <p:txBody>
          <a:bodyPr vert="horz" lIns="91440" tIns="45720" rIns="91440" bIns="45720" rtlCol="0"/>
          <a:lstStyle>
            <a:lvl1pPr algn="l">
              <a:defRPr sz="1200"/>
            </a:lvl1pPr>
          </a:lstStyle>
          <a:p>
            <a:endParaRPr lang="pt-BR"/>
          </a:p>
        </p:txBody>
      </p:sp>
      <p:sp>
        <p:nvSpPr>
          <p:cNvPr id="3" name="Espaço Reservado para Data 2"/>
          <p:cNvSpPr>
            <a:spLocks noGrp="1"/>
          </p:cNvSpPr>
          <p:nvPr>
            <p:ph type="dt" idx="1"/>
          </p:nvPr>
        </p:nvSpPr>
        <p:spPr>
          <a:xfrm>
            <a:off x="3884613" y="0"/>
            <a:ext cx="2971800" cy="458788"/>
          </a:xfrm>
          <a:prstGeom prst="rect">
            <a:avLst/>
          </a:prstGeom>
        </p:spPr>
        <p:txBody>
          <a:bodyPr vert="horz" lIns="91440" tIns="45720" rIns="91440" bIns="45720" rtlCol="0"/>
          <a:lstStyle>
            <a:lvl1pPr algn="r">
              <a:defRPr sz="1200"/>
            </a:lvl1pPr>
          </a:lstStyle>
          <a:p>
            <a:fld id="{1A06E57C-08D1-4570-AE96-6A5B42D6AF6F}" type="datetimeFigureOut">
              <a:rPr lang="pt-BR" smtClean="0"/>
              <a:t>30/05/2019</a:t>
            </a:fld>
            <a:endParaRPr lang="pt-BR"/>
          </a:p>
        </p:txBody>
      </p:sp>
      <p:sp>
        <p:nvSpPr>
          <p:cNvPr id="4" name="Espaço Reservado para Imagem de Slide 3"/>
          <p:cNvSpPr>
            <a:spLocks noGrp="1" noRot="1" noChangeAspect="1"/>
          </p:cNvSpPr>
          <p:nvPr>
            <p:ph type="sldImg" idx="2"/>
          </p:nvPr>
        </p:nvSpPr>
        <p:spPr>
          <a:xfrm>
            <a:off x="2333625" y="1143000"/>
            <a:ext cx="2190750" cy="3086100"/>
          </a:xfrm>
          <a:prstGeom prst="rect">
            <a:avLst/>
          </a:prstGeom>
          <a:noFill/>
          <a:ln w="12700">
            <a:solidFill>
              <a:prstClr val="black"/>
            </a:solidFill>
          </a:ln>
        </p:spPr>
        <p:txBody>
          <a:bodyPr vert="horz" lIns="91440" tIns="45720" rIns="91440" bIns="45720" rtlCol="0" anchor="ctr"/>
          <a:lstStyle/>
          <a:p>
            <a:endParaRPr lang="pt-BR"/>
          </a:p>
        </p:txBody>
      </p:sp>
      <p:sp>
        <p:nvSpPr>
          <p:cNvPr id="5" name="Espaço Reservado para Anotações 4"/>
          <p:cNvSpPr>
            <a:spLocks noGrp="1"/>
          </p:cNvSpPr>
          <p:nvPr>
            <p:ph type="body" sz="quarter" idx="3"/>
          </p:nvPr>
        </p:nvSpPr>
        <p:spPr>
          <a:xfrm>
            <a:off x="685800" y="4400550"/>
            <a:ext cx="5486400" cy="3600450"/>
          </a:xfrm>
          <a:prstGeom prst="rect">
            <a:avLst/>
          </a:prstGeom>
        </p:spPr>
        <p:txBody>
          <a:bodyPr vert="horz" lIns="91440" tIns="45720" rIns="91440" bIns="45720" rtlCol="0"/>
          <a:lstStyle/>
          <a:p>
            <a:pPr lvl="0"/>
            <a:r>
              <a:rPr lang="pt-BR"/>
              <a:t>Clique para editar os estilos de texto Mestres</a:t>
            </a:r>
          </a:p>
          <a:p>
            <a:pPr lvl="1"/>
            <a:r>
              <a:rPr lang="pt-BR"/>
              <a:t>Segundo nível</a:t>
            </a:r>
          </a:p>
          <a:p>
            <a:pPr lvl="2"/>
            <a:r>
              <a:rPr lang="pt-BR"/>
              <a:t>Terceiro nível</a:t>
            </a:r>
          </a:p>
          <a:p>
            <a:pPr lvl="3"/>
            <a:r>
              <a:rPr lang="pt-BR"/>
              <a:t>Quarto nível</a:t>
            </a:r>
          </a:p>
          <a:p>
            <a:pPr lvl="4"/>
            <a:r>
              <a:rPr lang="pt-BR"/>
              <a:t>Quinto nível</a:t>
            </a:r>
          </a:p>
        </p:txBody>
      </p:sp>
      <p:sp>
        <p:nvSpPr>
          <p:cNvPr id="6" name="Espaço Reservado para Rodapé 5"/>
          <p:cNvSpPr>
            <a:spLocks noGrp="1"/>
          </p:cNvSpPr>
          <p:nvPr>
            <p:ph type="ftr" sz="quarter" idx="4"/>
          </p:nvPr>
        </p:nvSpPr>
        <p:spPr>
          <a:xfrm>
            <a:off x="0" y="8685213"/>
            <a:ext cx="2971800" cy="458787"/>
          </a:xfrm>
          <a:prstGeom prst="rect">
            <a:avLst/>
          </a:prstGeom>
        </p:spPr>
        <p:txBody>
          <a:bodyPr vert="horz" lIns="91440" tIns="45720" rIns="91440" bIns="45720" rtlCol="0" anchor="b"/>
          <a:lstStyle>
            <a:lvl1pPr algn="l">
              <a:defRPr sz="1200"/>
            </a:lvl1pPr>
          </a:lstStyle>
          <a:p>
            <a:endParaRPr lang="pt-BR"/>
          </a:p>
        </p:txBody>
      </p:sp>
      <p:sp>
        <p:nvSpPr>
          <p:cNvPr id="7" name="Espaço Reservado para Número de Slide 6"/>
          <p:cNvSpPr>
            <a:spLocks noGrp="1"/>
          </p:cNvSpPr>
          <p:nvPr>
            <p:ph type="sldNum" sz="quarter" idx="5"/>
          </p:nvPr>
        </p:nvSpPr>
        <p:spPr>
          <a:xfrm>
            <a:off x="3884613" y="8685213"/>
            <a:ext cx="2971800" cy="458787"/>
          </a:xfrm>
          <a:prstGeom prst="rect">
            <a:avLst/>
          </a:prstGeom>
        </p:spPr>
        <p:txBody>
          <a:bodyPr vert="horz" lIns="91440" tIns="45720" rIns="91440" bIns="45720" rtlCol="0" anchor="b"/>
          <a:lstStyle>
            <a:lvl1pPr algn="r">
              <a:defRPr sz="1200"/>
            </a:lvl1pPr>
          </a:lstStyle>
          <a:p>
            <a:fld id="{EF140256-97A5-4D1E-A1B2-2DA962A9F564}" type="slidenum">
              <a:rPr lang="pt-BR" smtClean="0"/>
              <a:t>‹nº›</a:t>
            </a:fld>
            <a:endParaRPr lang="pt-BR"/>
          </a:p>
        </p:txBody>
      </p:sp>
    </p:spTree>
    <p:extLst>
      <p:ext uri="{BB962C8B-B14F-4D97-AF65-F5344CB8AC3E}">
        <p14:creationId xmlns:p14="http://schemas.microsoft.com/office/powerpoint/2010/main" val="2372487875"/>
      </p:ext>
    </p:extLst>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2" Type="http://schemas.openxmlformats.org/officeDocument/2006/relationships/slide" Target="../slides/slide10.xml"/><Relationship Id="rId1" Type="http://schemas.openxmlformats.org/officeDocument/2006/relationships/notesMaster" Target="../notesMasters/notesMaster1.xml"/></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Espaço Reservado para Imagem de Slide 1"/>
          <p:cNvSpPr>
            <a:spLocks noGrp="1" noRot="1" noChangeAspect="1"/>
          </p:cNvSpPr>
          <p:nvPr>
            <p:ph type="sldImg"/>
          </p:nvPr>
        </p:nvSpPr>
        <p:spPr>
          <a:xfrm>
            <a:off x="2111375" y="750888"/>
            <a:ext cx="2665413" cy="3757612"/>
          </a:xfrm>
        </p:spPr>
      </p:sp>
      <p:sp>
        <p:nvSpPr>
          <p:cNvPr id="3" name="Espaço Reservado para Anotações 2"/>
          <p:cNvSpPr>
            <a:spLocks noGrp="1"/>
          </p:cNvSpPr>
          <p:nvPr>
            <p:ph type="body" idx="1"/>
          </p:nvPr>
        </p:nvSpPr>
        <p:spPr/>
        <p:txBody>
          <a:bodyPr/>
          <a:lstStyle/>
          <a:p>
            <a:endParaRPr lang="pt-BR" dirty="0"/>
          </a:p>
        </p:txBody>
      </p:sp>
      <p:sp>
        <p:nvSpPr>
          <p:cNvPr id="4" name="Espaço Reservado para Número de Slide 3"/>
          <p:cNvSpPr>
            <a:spLocks noGrp="1"/>
          </p:cNvSpPr>
          <p:nvPr>
            <p:ph type="sldNum" sz="quarter" idx="10"/>
          </p:nvPr>
        </p:nvSpPr>
        <p:spPr/>
        <p:txBody>
          <a:bodyPr/>
          <a:lstStyle/>
          <a:p>
            <a:pPr marL="0" marR="0" lvl="0" indent="0" algn="r" defTabSz="1043056" rtl="0" eaLnBrk="1" fontAlgn="auto" latinLnBrk="0" hangingPunct="1">
              <a:lnSpc>
                <a:spcPct val="100000"/>
              </a:lnSpc>
              <a:spcBef>
                <a:spcPts val="0"/>
              </a:spcBef>
              <a:spcAft>
                <a:spcPts val="0"/>
              </a:spcAft>
              <a:buClrTx/>
              <a:buSzTx/>
              <a:buFontTx/>
              <a:buNone/>
              <a:tabLst/>
              <a:defRPr/>
            </a:pPr>
            <a:fld id="{DAD5CC9F-21B8-43E0-9ED1-B2EDFE01E557}" type="slidenum">
              <a:rPr kumimoji="0" lang="pt-BR" sz="1200" b="0" i="0" u="none" strike="noStrike" kern="1200" cap="none" spc="0" normalizeH="0" baseline="0" noProof="0" smtClean="0">
                <a:ln>
                  <a:noFill/>
                </a:ln>
                <a:solidFill>
                  <a:prstClr val="black"/>
                </a:solidFill>
                <a:effectLst/>
                <a:uLnTx/>
                <a:uFillTx/>
                <a:latin typeface="Calibri"/>
                <a:ea typeface="+mn-ea"/>
                <a:cs typeface="+mn-cs"/>
              </a:rPr>
              <a:pPr marL="0" marR="0" lvl="0" indent="0" algn="r" defTabSz="1043056" rtl="0" eaLnBrk="1" fontAlgn="auto" latinLnBrk="0" hangingPunct="1">
                <a:lnSpc>
                  <a:spcPct val="100000"/>
                </a:lnSpc>
                <a:spcBef>
                  <a:spcPts val="0"/>
                </a:spcBef>
                <a:spcAft>
                  <a:spcPts val="0"/>
                </a:spcAft>
                <a:buClrTx/>
                <a:buSzTx/>
                <a:buFontTx/>
                <a:buNone/>
                <a:tabLst/>
                <a:defRPr/>
              </a:pPr>
              <a:t>10</a:t>
            </a:fld>
            <a:endParaRPr kumimoji="0" lang="pt-BR" sz="1200" b="0" i="0" u="none" strike="noStrike" kern="1200" cap="none" spc="0" normalizeH="0" baseline="0" noProof="0">
              <a:ln>
                <a:noFill/>
              </a:ln>
              <a:solidFill>
                <a:prstClr val="black"/>
              </a:solidFill>
              <a:effectLst/>
              <a:uLnTx/>
              <a:uFillTx/>
              <a:latin typeface="Calibri"/>
              <a:ea typeface="+mn-ea"/>
              <a:cs typeface="+mn-cs"/>
            </a:endParaRPr>
          </a:p>
        </p:txBody>
      </p:sp>
    </p:spTree>
    <p:extLst>
      <p:ext uri="{BB962C8B-B14F-4D97-AF65-F5344CB8AC3E}">
        <p14:creationId xmlns:p14="http://schemas.microsoft.com/office/powerpoint/2010/main" val="3171675326"/>
      </p:ext>
    </p:extLst>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Slide de título">
    <p:spTree>
      <p:nvGrpSpPr>
        <p:cNvPr id="1" name=""/>
        <p:cNvGrpSpPr/>
        <p:nvPr/>
      </p:nvGrpSpPr>
      <p:grpSpPr>
        <a:xfrm>
          <a:off x="0" y="0"/>
          <a:ext cx="0" cy="0"/>
          <a:chOff x="0" y="0"/>
          <a:chExt cx="0" cy="0"/>
        </a:xfrm>
      </p:grpSpPr>
      <p:sp>
        <p:nvSpPr>
          <p:cNvPr id="2" name="Título 1"/>
          <p:cNvSpPr>
            <a:spLocks noGrp="1"/>
          </p:cNvSpPr>
          <p:nvPr>
            <p:ph type="ctrTitle"/>
          </p:nvPr>
        </p:nvSpPr>
        <p:spPr>
          <a:xfrm>
            <a:off x="402312" y="2348893"/>
            <a:ext cx="4559539" cy="1620771"/>
          </a:xfrm>
        </p:spPr>
        <p:txBody>
          <a:bodyPr/>
          <a:lstStyle/>
          <a:p>
            <a:r>
              <a:rPr lang="pt-BR"/>
              <a:t>Clique para editar o título mestre</a:t>
            </a:r>
          </a:p>
        </p:txBody>
      </p:sp>
      <p:sp>
        <p:nvSpPr>
          <p:cNvPr id="3" name="Subtítulo 2"/>
          <p:cNvSpPr>
            <a:spLocks noGrp="1"/>
          </p:cNvSpPr>
          <p:nvPr>
            <p:ph type="subTitle" idx="1"/>
          </p:nvPr>
        </p:nvSpPr>
        <p:spPr>
          <a:xfrm>
            <a:off x="804625" y="4284716"/>
            <a:ext cx="3754914" cy="1932323"/>
          </a:xfrm>
        </p:spPr>
        <p:txBody>
          <a:bodyPr/>
          <a:lstStyle>
            <a:lvl1pPr marL="0" indent="0" algn="ctr">
              <a:buNone/>
              <a:defRPr>
                <a:solidFill>
                  <a:schemeClr val="tx1">
                    <a:tint val="75000"/>
                  </a:schemeClr>
                </a:solidFill>
              </a:defRPr>
            </a:lvl1pPr>
            <a:lvl2pPr marL="457200" indent="0" algn="ctr">
              <a:buNone/>
              <a:defRPr>
                <a:solidFill>
                  <a:schemeClr val="tx1">
                    <a:tint val="75000"/>
                  </a:schemeClr>
                </a:solidFill>
              </a:defRPr>
            </a:lvl2pPr>
            <a:lvl3pPr marL="914400" indent="0" algn="ctr">
              <a:buNone/>
              <a:defRPr>
                <a:solidFill>
                  <a:schemeClr val="tx1">
                    <a:tint val="75000"/>
                  </a:schemeClr>
                </a:solidFill>
              </a:defRPr>
            </a:lvl3pPr>
            <a:lvl4pPr marL="1371600" indent="0" algn="ctr">
              <a:buNone/>
              <a:defRPr>
                <a:solidFill>
                  <a:schemeClr val="tx1">
                    <a:tint val="75000"/>
                  </a:schemeClr>
                </a:solidFill>
              </a:defRPr>
            </a:lvl4pPr>
            <a:lvl5pPr marL="1828800" indent="0" algn="ctr">
              <a:buNone/>
              <a:defRPr>
                <a:solidFill>
                  <a:schemeClr val="tx1">
                    <a:tint val="75000"/>
                  </a:schemeClr>
                </a:solidFill>
              </a:defRPr>
            </a:lvl5pPr>
            <a:lvl6pPr marL="2286000" indent="0" algn="ctr">
              <a:buNone/>
              <a:defRPr>
                <a:solidFill>
                  <a:schemeClr val="tx1">
                    <a:tint val="75000"/>
                  </a:schemeClr>
                </a:solidFill>
              </a:defRPr>
            </a:lvl6pPr>
            <a:lvl7pPr marL="2743200" indent="0" algn="ctr">
              <a:buNone/>
              <a:defRPr>
                <a:solidFill>
                  <a:schemeClr val="tx1">
                    <a:tint val="75000"/>
                  </a:schemeClr>
                </a:solidFill>
              </a:defRPr>
            </a:lvl7pPr>
            <a:lvl8pPr marL="3200400" indent="0" algn="ctr">
              <a:buNone/>
              <a:defRPr>
                <a:solidFill>
                  <a:schemeClr val="tx1">
                    <a:tint val="75000"/>
                  </a:schemeClr>
                </a:solidFill>
              </a:defRPr>
            </a:lvl8pPr>
            <a:lvl9pPr marL="3657600" indent="0" algn="ctr">
              <a:buNone/>
              <a:defRPr>
                <a:solidFill>
                  <a:schemeClr val="tx1">
                    <a:tint val="75000"/>
                  </a:schemeClr>
                </a:solidFill>
              </a:defRPr>
            </a:lvl9pPr>
          </a:lstStyle>
          <a:p>
            <a:r>
              <a:rPr lang="pt-BR"/>
              <a:t>Clique para editar o estilo do subtítulo mestre</a:t>
            </a:r>
          </a:p>
        </p:txBody>
      </p:sp>
      <p:sp>
        <p:nvSpPr>
          <p:cNvPr id="4" name="Espaço Reservado para Data 3"/>
          <p:cNvSpPr>
            <a:spLocks noGrp="1"/>
          </p:cNvSpPr>
          <p:nvPr>
            <p:ph type="dt" sz="half" idx="10"/>
          </p:nvPr>
        </p:nvSpPr>
        <p:spPr/>
        <p:txBody>
          <a:bodyPr/>
          <a:lstStyle/>
          <a:p>
            <a:fld id="{658B1440-2FAC-4D08-BF0E-B78FB96B65A9}" type="datetimeFigureOut">
              <a:rPr lang="pt-BR" smtClean="0"/>
              <a:t>30/05/2019</a:t>
            </a:fld>
            <a:endParaRPr lang="pt-BR"/>
          </a:p>
        </p:txBody>
      </p:sp>
      <p:sp>
        <p:nvSpPr>
          <p:cNvPr id="5" name="Espaço Reservado para Rodapé 4"/>
          <p:cNvSpPr>
            <a:spLocks noGrp="1"/>
          </p:cNvSpPr>
          <p:nvPr>
            <p:ph type="ftr" sz="quarter" idx="11"/>
          </p:nvPr>
        </p:nvSpPr>
        <p:spPr/>
        <p:txBody>
          <a:bodyPr/>
          <a:lstStyle/>
          <a:p>
            <a:endParaRPr lang="pt-BR"/>
          </a:p>
        </p:txBody>
      </p:sp>
      <p:sp>
        <p:nvSpPr>
          <p:cNvPr id="6" name="Espaço Reservado para Número de Slide 5"/>
          <p:cNvSpPr>
            <a:spLocks noGrp="1"/>
          </p:cNvSpPr>
          <p:nvPr>
            <p:ph type="sldNum" sz="quarter" idx="12"/>
          </p:nvPr>
        </p:nvSpPr>
        <p:spPr/>
        <p:txBody>
          <a:bodyPr/>
          <a:lstStyle/>
          <a:p>
            <a:fld id="{5583268C-60FE-4333-B092-1A38FFBDC3D2}" type="slidenum">
              <a:rPr lang="pt-BR" smtClean="0"/>
              <a:t>‹nº›</a:t>
            </a:fld>
            <a:endParaRPr lang="pt-BR"/>
          </a:p>
        </p:txBody>
      </p:sp>
    </p:spTree>
    <p:extLst>
      <p:ext uri="{BB962C8B-B14F-4D97-AF65-F5344CB8AC3E}">
        <p14:creationId xmlns:p14="http://schemas.microsoft.com/office/powerpoint/2010/main" val="250190240"/>
      </p:ext>
    </p:extLst>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ítulo e conteúdo">
    <p:spTree>
      <p:nvGrpSpPr>
        <p:cNvPr id="1" name=""/>
        <p:cNvGrpSpPr/>
        <p:nvPr/>
      </p:nvGrpSpPr>
      <p:grpSpPr>
        <a:xfrm>
          <a:off x="0" y="0"/>
          <a:ext cx="0" cy="0"/>
          <a:chOff x="0" y="0"/>
          <a:chExt cx="0" cy="0"/>
        </a:xfrm>
      </p:grpSpPr>
      <p:sp>
        <p:nvSpPr>
          <p:cNvPr id="2" name="Título 1"/>
          <p:cNvSpPr>
            <a:spLocks noGrp="1"/>
          </p:cNvSpPr>
          <p:nvPr>
            <p:ph type="title"/>
          </p:nvPr>
        </p:nvSpPr>
        <p:spPr/>
        <p:txBody>
          <a:bodyPr/>
          <a:lstStyle/>
          <a:p>
            <a:r>
              <a:rPr lang="pt-BR"/>
              <a:t>Clique para editar o título mestre</a:t>
            </a:r>
          </a:p>
        </p:txBody>
      </p:sp>
      <p:sp>
        <p:nvSpPr>
          <p:cNvPr id="3" name="Espaço Reservado para Conteúdo 2"/>
          <p:cNvSpPr>
            <a:spLocks noGrp="1"/>
          </p:cNvSpPr>
          <p:nvPr>
            <p:ph idx="1"/>
          </p:nvPr>
        </p:nvSpPr>
        <p:spPr/>
        <p:txBody>
          <a:bodyPr/>
          <a:lstStyle/>
          <a:p>
            <a:pPr lvl="0"/>
            <a:r>
              <a:rPr lang="pt-BR"/>
              <a:t>Clique para editar o texto mestre</a:t>
            </a:r>
          </a:p>
          <a:p>
            <a:pPr lvl="1"/>
            <a:r>
              <a:rPr lang="pt-BR"/>
              <a:t>Segundo nível</a:t>
            </a:r>
          </a:p>
          <a:p>
            <a:pPr lvl="2"/>
            <a:r>
              <a:rPr lang="pt-BR"/>
              <a:t>Terceiro nível</a:t>
            </a:r>
          </a:p>
          <a:p>
            <a:pPr lvl="3"/>
            <a:r>
              <a:rPr lang="pt-BR"/>
              <a:t>Quarto nível</a:t>
            </a:r>
          </a:p>
          <a:p>
            <a:pPr lvl="4"/>
            <a:r>
              <a:rPr lang="pt-BR"/>
              <a:t>Quinto nível</a:t>
            </a:r>
          </a:p>
        </p:txBody>
      </p:sp>
      <p:sp>
        <p:nvSpPr>
          <p:cNvPr id="4" name="Espaço Reservado para Data 3"/>
          <p:cNvSpPr>
            <a:spLocks noGrp="1"/>
          </p:cNvSpPr>
          <p:nvPr>
            <p:ph type="dt" sz="half" idx="10"/>
          </p:nvPr>
        </p:nvSpPr>
        <p:spPr/>
        <p:txBody>
          <a:bodyPr/>
          <a:lstStyle/>
          <a:p>
            <a:fld id="{658B1440-2FAC-4D08-BF0E-B78FB96B65A9}" type="datetimeFigureOut">
              <a:rPr lang="pt-BR" smtClean="0"/>
              <a:t>30/05/2019</a:t>
            </a:fld>
            <a:endParaRPr lang="pt-BR"/>
          </a:p>
        </p:txBody>
      </p:sp>
      <p:sp>
        <p:nvSpPr>
          <p:cNvPr id="5" name="Espaço Reservado para Rodapé 4"/>
          <p:cNvSpPr>
            <a:spLocks noGrp="1"/>
          </p:cNvSpPr>
          <p:nvPr>
            <p:ph type="ftr" sz="quarter" idx="11"/>
          </p:nvPr>
        </p:nvSpPr>
        <p:spPr/>
        <p:txBody>
          <a:bodyPr/>
          <a:lstStyle/>
          <a:p>
            <a:endParaRPr lang="pt-BR"/>
          </a:p>
        </p:txBody>
      </p:sp>
      <p:sp>
        <p:nvSpPr>
          <p:cNvPr id="6" name="Espaço Reservado para Número de Slide 5"/>
          <p:cNvSpPr>
            <a:spLocks noGrp="1"/>
          </p:cNvSpPr>
          <p:nvPr>
            <p:ph type="sldNum" sz="quarter" idx="12"/>
          </p:nvPr>
        </p:nvSpPr>
        <p:spPr/>
        <p:txBody>
          <a:bodyPr/>
          <a:lstStyle/>
          <a:p>
            <a:fld id="{5583268C-60FE-4333-B092-1A38FFBDC3D2}" type="slidenum">
              <a:rPr lang="pt-BR" smtClean="0"/>
              <a:t>‹nº›</a:t>
            </a:fld>
            <a:endParaRPr lang="pt-BR"/>
          </a:p>
        </p:txBody>
      </p:sp>
    </p:spTree>
    <p:extLst>
      <p:ext uri="{BB962C8B-B14F-4D97-AF65-F5344CB8AC3E}">
        <p14:creationId xmlns:p14="http://schemas.microsoft.com/office/powerpoint/2010/main" val="4194087974"/>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Cabeçalho da Seção">
    <p:spTree>
      <p:nvGrpSpPr>
        <p:cNvPr id="1" name=""/>
        <p:cNvGrpSpPr/>
        <p:nvPr/>
      </p:nvGrpSpPr>
      <p:grpSpPr>
        <a:xfrm>
          <a:off x="0" y="0"/>
          <a:ext cx="0" cy="0"/>
          <a:chOff x="0" y="0"/>
          <a:chExt cx="0" cy="0"/>
        </a:xfrm>
      </p:grpSpPr>
      <p:sp>
        <p:nvSpPr>
          <p:cNvPr id="2" name="Título 1"/>
          <p:cNvSpPr>
            <a:spLocks noGrp="1"/>
          </p:cNvSpPr>
          <p:nvPr>
            <p:ph type="title"/>
          </p:nvPr>
        </p:nvSpPr>
        <p:spPr>
          <a:xfrm>
            <a:off x="423732" y="4858812"/>
            <a:ext cx="4559539" cy="1501751"/>
          </a:xfrm>
        </p:spPr>
        <p:txBody>
          <a:bodyPr anchor="t"/>
          <a:lstStyle>
            <a:lvl1pPr algn="l">
              <a:defRPr sz="4000" b="1" cap="all"/>
            </a:lvl1pPr>
          </a:lstStyle>
          <a:p>
            <a:r>
              <a:rPr lang="pt-BR"/>
              <a:t>Clique para editar o título mestre</a:t>
            </a:r>
          </a:p>
        </p:txBody>
      </p:sp>
      <p:sp>
        <p:nvSpPr>
          <p:cNvPr id="3" name="Espaço Reservado para Texto 2"/>
          <p:cNvSpPr>
            <a:spLocks noGrp="1"/>
          </p:cNvSpPr>
          <p:nvPr>
            <p:ph type="body" idx="1"/>
          </p:nvPr>
        </p:nvSpPr>
        <p:spPr>
          <a:xfrm>
            <a:off x="423732" y="3204786"/>
            <a:ext cx="4559539" cy="1654026"/>
          </a:xfrm>
        </p:spPr>
        <p:txBody>
          <a:bodyPr anchor="b"/>
          <a:lstStyle>
            <a:lvl1pPr marL="0" indent="0">
              <a:buNone/>
              <a:defRPr sz="2000">
                <a:solidFill>
                  <a:schemeClr val="tx1">
                    <a:tint val="75000"/>
                  </a:schemeClr>
                </a:solidFill>
              </a:defRPr>
            </a:lvl1pPr>
            <a:lvl2pPr marL="457200" indent="0">
              <a:buNone/>
              <a:defRPr sz="1800">
                <a:solidFill>
                  <a:schemeClr val="tx1">
                    <a:tint val="75000"/>
                  </a:schemeClr>
                </a:solidFill>
              </a:defRPr>
            </a:lvl2pPr>
            <a:lvl3pPr marL="914400" indent="0">
              <a:buNone/>
              <a:defRPr sz="1600">
                <a:solidFill>
                  <a:schemeClr val="tx1">
                    <a:tint val="75000"/>
                  </a:schemeClr>
                </a:solidFill>
              </a:defRPr>
            </a:lvl3pPr>
            <a:lvl4pPr marL="1371600" indent="0">
              <a:buNone/>
              <a:defRPr sz="1400">
                <a:solidFill>
                  <a:schemeClr val="tx1">
                    <a:tint val="75000"/>
                  </a:schemeClr>
                </a:solidFill>
              </a:defRPr>
            </a:lvl4pPr>
            <a:lvl5pPr marL="1828800" indent="0">
              <a:buNone/>
              <a:defRPr sz="1400">
                <a:solidFill>
                  <a:schemeClr val="tx1">
                    <a:tint val="75000"/>
                  </a:schemeClr>
                </a:solidFill>
              </a:defRPr>
            </a:lvl5pPr>
            <a:lvl6pPr marL="2286000" indent="0">
              <a:buNone/>
              <a:defRPr sz="1400">
                <a:solidFill>
                  <a:schemeClr val="tx1">
                    <a:tint val="75000"/>
                  </a:schemeClr>
                </a:solidFill>
              </a:defRPr>
            </a:lvl6pPr>
            <a:lvl7pPr marL="2743200" indent="0">
              <a:buNone/>
              <a:defRPr sz="1400">
                <a:solidFill>
                  <a:schemeClr val="tx1">
                    <a:tint val="75000"/>
                  </a:schemeClr>
                </a:solidFill>
              </a:defRPr>
            </a:lvl7pPr>
            <a:lvl8pPr marL="3200400" indent="0">
              <a:buNone/>
              <a:defRPr sz="1400">
                <a:solidFill>
                  <a:schemeClr val="tx1">
                    <a:tint val="75000"/>
                  </a:schemeClr>
                </a:solidFill>
              </a:defRPr>
            </a:lvl8pPr>
            <a:lvl9pPr marL="3657600" indent="0">
              <a:buNone/>
              <a:defRPr sz="1400">
                <a:solidFill>
                  <a:schemeClr val="tx1">
                    <a:tint val="75000"/>
                  </a:schemeClr>
                </a:solidFill>
              </a:defRPr>
            </a:lvl9pPr>
          </a:lstStyle>
          <a:p>
            <a:pPr lvl="0"/>
            <a:r>
              <a:rPr lang="pt-BR"/>
              <a:t>Clique para editar o texto mestre</a:t>
            </a:r>
          </a:p>
        </p:txBody>
      </p:sp>
      <p:sp>
        <p:nvSpPr>
          <p:cNvPr id="4" name="Espaço Reservado para Data 3"/>
          <p:cNvSpPr>
            <a:spLocks noGrp="1"/>
          </p:cNvSpPr>
          <p:nvPr>
            <p:ph type="dt" sz="half" idx="10"/>
          </p:nvPr>
        </p:nvSpPr>
        <p:spPr/>
        <p:txBody>
          <a:bodyPr/>
          <a:lstStyle/>
          <a:p>
            <a:fld id="{658B1440-2FAC-4D08-BF0E-B78FB96B65A9}" type="datetimeFigureOut">
              <a:rPr lang="pt-BR" smtClean="0"/>
              <a:t>30/05/2019</a:t>
            </a:fld>
            <a:endParaRPr lang="pt-BR"/>
          </a:p>
        </p:txBody>
      </p:sp>
      <p:sp>
        <p:nvSpPr>
          <p:cNvPr id="5" name="Espaço Reservado para Rodapé 4"/>
          <p:cNvSpPr>
            <a:spLocks noGrp="1"/>
          </p:cNvSpPr>
          <p:nvPr>
            <p:ph type="ftr" sz="quarter" idx="11"/>
          </p:nvPr>
        </p:nvSpPr>
        <p:spPr/>
        <p:txBody>
          <a:bodyPr/>
          <a:lstStyle/>
          <a:p>
            <a:endParaRPr lang="pt-BR"/>
          </a:p>
        </p:txBody>
      </p:sp>
      <p:sp>
        <p:nvSpPr>
          <p:cNvPr id="6" name="Espaço Reservado para Número de Slide 5"/>
          <p:cNvSpPr>
            <a:spLocks noGrp="1"/>
          </p:cNvSpPr>
          <p:nvPr>
            <p:ph type="sldNum" sz="quarter" idx="12"/>
          </p:nvPr>
        </p:nvSpPr>
        <p:spPr/>
        <p:txBody>
          <a:bodyPr/>
          <a:lstStyle/>
          <a:p>
            <a:fld id="{5583268C-60FE-4333-B092-1A38FFBDC3D2}" type="slidenum">
              <a:rPr lang="pt-BR" smtClean="0"/>
              <a:t>‹nº›</a:t>
            </a:fld>
            <a:endParaRPr lang="pt-BR"/>
          </a:p>
        </p:txBody>
      </p:sp>
    </p:spTree>
    <p:extLst>
      <p:ext uri="{BB962C8B-B14F-4D97-AF65-F5344CB8AC3E}">
        <p14:creationId xmlns:p14="http://schemas.microsoft.com/office/powerpoint/2010/main" val="3747319372"/>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Duas Partes de Conteúdo">
    <p:spTree>
      <p:nvGrpSpPr>
        <p:cNvPr id="1" name=""/>
        <p:cNvGrpSpPr/>
        <p:nvPr/>
      </p:nvGrpSpPr>
      <p:grpSpPr>
        <a:xfrm>
          <a:off x="0" y="0"/>
          <a:ext cx="0" cy="0"/>
          <a:chOff x="0" y="0"/>
          <a:chExt cx="0" cy="0"/>
        </a:xfrm>
      </p:grpSpPr>
      <p:sp>
        <p:nvSpPr>
          <p:cNvPr id="2" name="Título 1"/>
          <p:cNvSpPr>
            <a:spLocks noGrp="1"/>
          </p:cNvSpPr>
          <p:nvPr>
            <p:ph type="title"/>
          </p:nvPr>
        </p:nvSpPr>
        <p:spPr/>
        <p:txBody>
          <a:bodyPr/>
          <a:lstStyle/>
          <a:p>
            <a:r>
              <a:rPr lang="pt-BR"/>
              <a:t>Clique para editar o título mestre</a:t>
            </a:r>
          </a:p>
        </p:txBody>
      </p:sp>
      <p:sp>
        <p:nvSpPr>
          <p:cNvPr id="3" name="Espaço Reservado para Conteúdo 2"/>
          <p:cNvSpPr>
            <a:spLocks noGrp="1"/>
          </p:cNvSpPr>
          <p:nvPr>
            <p:ph sz="half" idx="1"/>
          </p:nvPr>
        </p:nvSpPr>
        <p:spPr>
          <a:xfrm>
            <a:off x="268208" y="1764295"/>
            <a:ext cx="2369172" cy="4990084"/>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pt-BR"/>
              <a:t>Clique para editar o texto mestre</a:t>
            </a:r>
          </a:p>
          <a:p>
            <a:pPr lvl="1"/>
            <a:r>
              <a:rPr lang="pt-BR"/>
              <a:t>Segundo nível</a:t>
            </a:r>
          </a:p>
          <a:p>
            <a:pPr lvl="2"/>
            <a:r>
              <a:rPr lang="pt-BR"/>
              <a:t>Terceiro nível</a:t>
            </a:r>
          </a:p>
          <a:p>
            <a:pPr lvl="3"/>
            <a:r>
              <a:rPr lang="pt-BR"/>
              <a:t>Quarto nível</a:t>
            </a:r>
          </a:p>
          <a:p>
            <a:pPr lvl="4"/>
            <a:r>
              <a:rPr lang="pt-BR"/>
              <a:t>Quinto nível</a:t>
            </a:r>
          </a:p>
        </p:txBody>
      </p:sp>
      <p:sp>
        <p:nvSpPr>
          <p:cNvPr id="4" name="Espaço Reservado para Conteúdo 3"/>
          <p:cNvSpPr>
            <a:spLocks noGrp="1"/>
          </p:cNvSpPr>
          <p:nvPr>
            <p:ph sz="half" idx="2"/>
          </p:nvPr>
        </p:nvSpPr>
        <p:spPr>
          <a:xfrm>
            <a:off x="2726783" y="1764295"/>
            <a:ext cx="2369172" cy="4990084"/>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pt-BR"/>
              <a:t>Clique para editar o texto mestre</a:t>
            </a:r>
          </a:p>
          <a:p>
            <a:pPr lvl="1"/>
            <a:r>
              <a:rPr lang="pt-BR"/>
              <a:t>Segundo nível</a:t>
            </a:r>
          </a:p>
          <a:p>
            <a:pPr lvl="2"/>
            <a:r>
              <a:rPr lang="pt-BR"/>
              <a:t>Terceiro nível</a:t>
            </a:r>
          </a:p>
          <a:p>
            <a:pPr lvl="3"/>
            <a:r>
              <a:rPr lang="pt-BR"/>
              <a:t>Quarto nível</a:t>
            </a:r>
          </a:p>
          <a:p>
            <a:pPr lvl="4"/>
            <a:r>
              <a:rPr lang="pt-BR"/>
              <a:t>Quinto nível</a:t>
            </a:r>
          </a:p>
        </p:txBody>
      </p:sp>
      <p:sp>
        <p:nvSpPr>
          <p:cNvPr id="5" name="Espaço Reservado para Data 4"/>
          <p:cNvSpPr>
            <a:spLocks noGrp="1"/>
          </p:cNvSpPr>
          <p:nvPr>
            <p:ph type="dt" sz="half" idx="10"/>
          </p:nvPr>
        </p:nvSpPr>
        <p:spPr/>
        <p:txBody>
          <a:bodyPr/>
          <a:lstStyle/>
          <a:p>
            <a:fld id="{658B1440-2FAC-4D08-BF0E-B78FB96B65A9}" type="datetimeFigureOut">
              <a:rPr lang="pt-BR" smtClean="0"/>
              <a:t>30/05/2019</a:t>
            </a:fld>
            <a:endParaRPr lang="pt-BR"/>
          </a:p>
        </p:txBody>
      </p:sp>
      <p:sp>
        <p:nvSpPr>
          <p:cNvPr id="6" name="Espaço Reservado para Rodapé 5"/>
          <p:cNvSpPr>
            <a:spLocks noGrp="1"/>
          </p:cNvSpPr>
          <p:nvPr>
            <p:ph type="ftr" sz="quarter" idx="11"/>
          </p:nvPr>
        </p:nvSpPr>
        <p:spPr/>
        <p:txBody>
          <a:bodyPr/>
          <a:lstStyle/>
          <a:p>
            <a:endParaRPr lang="pt-BR"/>
          </a:p>
        </p:txBody>
      </p:sp>
      <p:sp>
        <p:nvSpPr>
          <p:cNvPr id="7" name="Espaço Reservado para Número de Slide 6"/>
          <p:cNvSpPr>
            <a:spLocks noGrp="1"/>
          </p:cNvSpPr>
          <p:nvPr>
            <p:ph type="sldNum" sz="quarter" idx="12"/>
          </p:nvPr>
        </p:nvSpPr>
        <p:spPr/>
        <p:txBody>
          <a:bodyPr/>
          <a:lstStyle/>
          <a:p>
            <a:fld id="{5583268C-60FE-4333-B092-1A38FFBDC3D2}" type="slidenum">
              <a:rPr lang="pt-BR" smtClean="0"/>
              <a:t>‹nº›</a:t>
            </a:fld>
            <a:endParaRPr lang="pt-BR"/>
          </a:p>
        </p:txBody>
      </p:sp>
    </p:spTree>
    <p:extLst>
      <p:ext uri="{BB962C8B-B14F-4D97-AF65-F5344CB8AC3E}">
        <p14:creationId xmlns:p14="http://schemas.microsoft.com/office/powerpoint/2010/main" val="1770336568"/>
      </p:ext>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ação">
    <p:spTree>
      <p:nvGrpSpPr>
        <p:cNvPr id="1" name=""/>
        <p:cNvGrpSpPr/>
        <p:nvPr/>
      </p:nvGrpSpPr>
      <p:grpSpPr>
        <a:xfrm>
          <a:off x="0" y="0"/>
          <a:ext cx="0" cy="0"/>
          <a:chOff x="0" y="0"/>
          <a:chExt cx="0" cy="0"/>
        </a:xfrm>
      </p:grpSpPr>
      <p:sp>
        <p:nvSpPr>
          <p:cNvPr id="2" name="Título 1"/>
          <p:cNvSpPr>
            <a:spLocks noGrp="1"/>
          </p:cNvSpPr>
          <p:nvPr>
            <p:ph type="title"/>
          </p:nvPr>
        </p:nvSpPr>
        <p:spPr/>
        <p:txBody>
          <a:bodyPr/>
          <a:lstStyle>
            <a:lvl1pPr>
              <a:defRPr/>
            </a:lvl1pPr>
          </a:lstStyle>
          <a:p>
            <a:r>
              <a:rPr lang="pt-BR"/>
              <a:t>Clique para editar o título mestre</a:t>
            </a:r>
          </a:p>
        </p:txBody>
      </p:sp>
      <p:sp>
        <p:nvSpPr>
          <p:cNvPr id="3" name="Espaço Reservado para Texto 2"/>
          <p:cNvSpPr>
            <a:spLocks noGrp="1"/>
          </p:cNvSpPr>
          <p:nvPr>
            <p:ph type="body" idx="1"/>
          </p:nvPr>
        </p:nvSpPr>
        <p:spPr>
          <a:xfrm>
            <a:off x="268208" y="1692533"/>
            <a:ext cx="2370104" cy="705367"/>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pt-BR"/>
              <a:t>Clique para editar o texto mestre</a:t>
            </a:r>
          </a:p>
        </p:txBody>
      </p:sp>
      <p:sp>
        <p:nvSpPr>
          <p:cNvPr id="4" name="Espaço Reservado para Conteúdo 3"/>
          <p:cNvSpPr>
            <a:spLocks noGrp="1"/>
          </p:cNvSpPr>
          <p:nvPr>
            <p:ph sz="half" idx="2"/>
          </p:nvPr>
        </p:nvSpPr>
        <p:spPr>
          <a:xfrm>
            <a:off x="268208" y="2397901"/>
            <a:ext cx="2370104" cy="435647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pt-BR"/>
              <a:t>Clique para editar o texto mestre</a:t>
            </a:r>
          </a:p>
          <a:p>
            <a:pPr lvl="1"/>
            <a:r>
              <a:rPr lang="pt-BR"/>
              <a:t>Segundo nível</a:t>
            </a:r>
          </a:p>
          <a:p>
            <a:pPr lvl="2"/>
            <a:r>
              <a:rPr lang="pt-BR"/>
              <a:t>Terceiro nível</a:t>
            </a:r>
          </a:p>
          <a:p>
            <a:pPr lvl="3"/>
            <a:r>
              <a:rPr lang="pt-BR"/>
              <a:t>Quarto nível</a:t>
            </a:r>
          </a:p>
          <a:p>
            <a:pPr lvl="4"/>
            <a:r>
              <a:rPr lang="pt-BR"/>
              <a:t>Quinto nível</a:t>
            </a:r>
          </a:p>
        </p:txBody>
      </p:sp>
      <p:sp>
        <p:nvSpPr>
          <p:cNvPr id="5" name="Espaço Reservado para Texto 4"/>
          <p:cNvSpPr>
            <a:spLocks noGrp="1"/>
          </p:cNvSpPr>
          <p:nvPr>
            <p:ph type="body" sz="quarter" idx="3"/>
          </p:nvPr>
        </p:nvSpPr>
        <p:spPr>
          <a:xfrm>
            <a:off x="2724920" y="1692533"/>
            <a:ext cx="2371035" cy="705367"/>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pt-BR"/>
              <a:t>Clique para editar o texto mestre</a:t>
            </a:r>
          </a:p>
        </p:txBody>
      </p:sp>
      <p:sp>
        <p:nvSpPr>
          <p:cNvPr id="6" name="Espaço Reservado para Conteúdo 5"/>
          <p:cNvSpPr>
            <a:spLocks noGrp="1"/>
          </p:cNvSpPr>
          <p:nvPr>
            <p:ph sz="quarter" idx="4"/>
          </p:nvPr>
        </p:nvSpPr>
        <p:spPr>
          <a:xfrm>
            <a:off x="2724920" y="2397901"/>
            <a:ext cx="2371035" cy="435647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pt-BR"/>
              <a:t>Clique para editar o texto mestre</a:t>
            </a:r>
          </a:p>
          <a:p>
            <a:pPr lvl="1"/>
            <a:r>
              <a:rPr lang="pt-BR"/>
              <a:t>Segundo nível</a:t>
            </a:r>
          </a:p>
          <a:p>
            <a:pPr lvl="2"/>
            <a:r>
              <a:rPr lang="pt-BR"/>
              <a:t>Terceiro nível</a:t>
            </a:r>
          </a:p>
          <a:p>
            <a:pPr lvl="3"/>
            <a:r>
              <a:rPr lang="pt-BR"/>
              <a:t>Quarto nível</a:t>
            </a:r>
          </a:p>
          <a:p>
            <a:pPr lvl="4"/>
            <a:r>
              <a:rPr lang="pt-BR"/>
              <a:t>Quinto nível</a:t>
            </a:r>
          </a:p>
        </p:txBody>
      </p:sp>
      <p:sp>
        <p:nvSpPr>
          <p:cNvPr id="7" name="Espaço Reservado para Data 6"/>
          <p:cNvSpPr>
            <a:spLocks noGrp="1"/>
          </p:cNvSpPr>
          <p:nvPr>
            <p:ph type="dt" sz="half" idx="10"/>
          </p:nvPr>
        </p:nvSpPr>
        <p:spPr/>
        <p:txBody>
          <a:bodyPr/>
          <a:lstStyle/>
          <a:p>
            <a:fld id="{658B1440-2FAC-4D08-BF0E-B78FB96B65A9}" type="datetimeFigureOut">
              <a:rPr lang="pt-BR" smtClean="0"/>
              <a:t>30/05/2019</a:t>
            </a:fld>
            <a:endParaRPr lang="pt-BR"/>
          </a:p>
        </p:txBody>
      </p:sp>
      <p:sp>
        <p:nvSpPr>
          <p:cNvPr id="8" name="Espaço Reservado para Rodapé 7"/>
          <p:cNvSpPr>
            <a:spLocks noGrp="1"/>
          </p:cNvSpPr>
          <p:nvPr>
            <p:ph type="ftr" sz="quarter" idx="11"/>
          </p:nvPr>
        </p:nvSpPr>
        <p:spPr/>
        <p:txBody>
          <a:bodyPr/>
          <a:lstStyle/>
          <a:p>
            <a:endParaRPr lang="pt-BR"/>
          </a:p>
        </p:txBody>
      </p:sp>
      <p:sp>
        <p:nvSpPr>
          <p:cNvPr id="9" name="Espaço Reservado para Número de Slide 8"/>
          <p:cNvSpPr>
            <a:spLocks noGrp="1"/>
          </p:cNvSpPr>
          <p:nvPr>
            <p:ph type="sldNum" sz="quarter" idx="12"/>
          </p:nvPr>
        </p:nvSpPr>
        <p:spPr/>
        <p:txBody>
          <a:bodyPr/>
          <a:lstStyle/>
          <a:p>
            <a:fld id="{5583268C-60FE-4333-B092-1A38FFBDC3D2}" type="slidenum">
              <a:rPr lang="pt-BR" smtClean="0"/>
              <a:t>‹nº›</a:t>
            </a:fld>
            <a:endParaRPr lang="pt-BR"/>
          </a:p>
        </p:txBody>
      </p:sp>
    </p:spTree>
    <p:extLst>
      <p:ext uri="{BB962C8B-B14F-4D97-AF65-F5344CB8AC3E}">
        <p14:creationId xmlns:p14="http://schemas.microsoft.com/office/powerpoint/2010/main" val="40547713"/>
      </p:ext>
    </p:extLst>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Somente título">
    <p:spTree>
      <p:nvGrpSpPr>
        <p:cNvPr id="1" name=""/>
        <p:cNvGrpSpPr/>
        <p:nvPr/>
      </p:nvGrpSpPr>
      <p:grpSpPr>
        <a:xfrm>
          <a:off x="0" y="0"/>
          <a:ext cx="0" cy="0"/>
          <a:chOff x="0" y="0"/>
          <a:chExt cx="0" cy="0"/>
        </a:xfrm>
      </p:grpSpPr>
      <p:sp>
        <p:nvSpPr>
          <p:cNvPr id="2" name="Título 1"/>
          <p:cNvSpPr>
            <a:spLocks noGrp="1"/>
          </p:cNvSpPr>
          <p:nvPr>
            <p:ph type="title"/>
          </p:nvPr>
        </p:nvSpPr>
        <p:spPr/>
        <p:txBody>
          <a:bodyPr/>
          <a:lstStyle/>
          <a:p>
            <a:r>
              <a:rPr lang="pt-BR"/>
              <a:t>Clique para editar o título mestre</a:t>
            </a:r>
          </a:p>
        </p:txBody>
      </p:sp>
      <p:sp>
        <p:nvSpPr>
          <p:cNvPr id="3" name="Espaço Reservado para Data 2"/>
          <p:cNvSpPr>
            <a:spLocks noGrp="1"/>
          </p:cNvSpPr>
          <p:nvPr>
            <p:ph type="dt" sz="half" idx="10"/>
          </p:nvPr>
        </p:nvSpPr>
        <p:spPr/>
        <p:txBody>
          <a:bodyPr/>
          <a:lstStyle/>
          <a:p>
            <a:fld id="{658B1440-2FAC-4D08-BF0E-B78FB96B65A9}" type="datetimeFigureOut">
              <a:rPr lang="pt-BR" smtClean="0"/>
              <a:t>30/05/2019</a:t>
            </a:fld>
            <a:endParaRPr lang="pt-BR"/>
          </a:p>
        </p:txBody>
      </p:sp>
      <p:sp>
        <p:nvSpPr>
          <p:cNvPr id="4" name="Espaço Reservado para Rodapé 3"/>
          <p:cNvSpPr>
            <a:spLocks noGrp="1"/>
          </p:cNvSpPr>
          <p:nvPr>
            <p:ph type="ftr" sz="quarter" idx="11"/>
          </p:nvPr>
        </p:nvSpPr>
        <p:spPr/>
        <p:txBody>
          <a:bodyPr/>
          <a:lstStyle/>
          <a:p>
            <a:endParaRPr lang="pt-BR"/>
          </a:p>
        </p:txBody>
      </p:sp>
      <p:sp>
        <p:nvSpPr>
          <p:cNvPr id="5" name="Espaço Reservado para Número de Slide 4"/>
          <p:cNvSpPr>
            <a:spLocks noGrp="1"/>
          </p:cNvSpPr>
          <p:nvPr>
            <p:ph type="sldNum" sz="quarter" idx="12"/>
          </p:nvPr>
        </p:nvSpPr>
        <p:spPr/>
        <p:txBody>
          <a:bodyPr/>
          <a:lstStyle/>
          <a:p>
            <a:fld id="{5583268C-60FE-4333-B092-1A38FFBDC3D2}" type="slidenum">
              <a:rPr lang="pt-BR" smtClean="0"/>
              <a:t>‹nº›</a:t>
            </a:fld>
            <a:endParaRPr lang="pt-BR"/>
          </a:p>
        </p:txBody>
      </p:sp>
    </p:spTree>
    <p:extLst>
      <p:ext uri="{BB962C8B-B14F-4D97-AF65-F5344CB8AC3E}">
        <p14:creationId xmlns:p14="http://schemas.microsoft.com/office/powerpoint/2010/main" val="1534050946"/>
      </p:ext>
    </p:extLst>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Em branco">
    <p:spTree>
      <p:nvGrpSpPr>
        <p:cNvPr id="1" name=""/>
        <p:cNvGrpSpPr/>
        <p:nvPr/>
      </p:nvGrpSpPr>
      <p:grpSpPr>
        <a:xfrm>
          <a:off x="0" y="0"/>
          <a:ext cx="0" cy="0"/>
          <a:chOff x="0" y="0"/>
          <a:chExt cx="0" cy="0"/>
        </a:xfrm>
      </p:grpSpPr>
      <p:sp>
        <p:nvSpPr>
          <p:cNvPr id="2" name="Espaço Reservado para Data 1"/>
          <p:cNvSpPr>
            <a:spLocks noGrp="1"/>
          </p:cNvSpPr>
          <p:nvPr>
            <p:ph type="dt" sz="half" idx="10"/>
          </p:nvPr>
        </p:nvSpPr>
        <p:spPr/>
        <p:txBody>
          <a:bodyPr/>
          <a:lstStyle/>
          <a:p>
            <a:fld id="{658B1440-2FAC-4D08-BF0E-B78FB96B65A9}" type="datetimeFigureOut">
              <a:rPr lang="pt-BR" smtClean="0"/>
              <a:t>30/05/2019</a:t>
            </a:fld>
            <a:endParaRPr lang="pt-BR"/>
          </a:p>
        </p:txBody>
      </p:sp>
      <p:sp>
        <p:nvSpPr>
          <p:cNvPr id="3" name="Espaço Reservado para Rodapé 2"/>
          <p:cNvSpPr>
            <a:spLocks noGrp="1"/>
          </p:cNvSpPr>
          <p:nvPr>
            <p:ph type="ftr" sz="quarter" idx="11"/>
          </p:nvPr>
        </p:nvSpPr>
        <p:spPr/>
        <p:txBody>
          <a:bodyPr/>
          <a:lstStyle/>
          <a:p>
            <a:endParaRPr lang="pt-BR"/>
          </a:p>
        </p:txBody>
      </p:sp>
      <p:sp>
        <p:nvSpPr>
          <p:cNvPr id="4" name="Espaço Reservado para Número de Slide 3"/>
          <p:cNvSpPr>
            <a:spLocks noGrp="1"/>
          </p:cNvSpPr>
          <p:nvPr>
            <p:ph type="sldNum" sz="quarter" idx="12"/>
          </p:nvPr>
        </p:nvSpPr>
        <p:spPr/>
        <p:txBody>
          <a:bodyPr/>
          <a:lstStyle/>
          <a:p>
            <a:fld id="{5583268C-60FE-4333-B092-1A38FFBDC3D2}" type="slidenum">
              <a:rPr lang="pt-BR" smtClean="0"/>
              <a:t>‹nº›</a:t>
            </a:fld>
            <a:endParaRPr lang="pt-BR"/>
          </a:p>
        </p:txBody>
      </p:sp>
    </p:spTree>
    <p:extLst>
      <p:ext uri="{BB962C8B-B14F-4D97-AF65-F5344CB8AC3E}">
        <p14:creationId xmlns:p14="http://schemas.microsoft.com/office/powerpoint/2010/main" val="1207221879"/>
      </p:ext>
    </p:extLst>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Conteúdo com Legenda">
    <p:spTree>
      <p:nvGrpSpPr>
        <p:cNvPr id="1" name=""/>
        <p:cNvGrpSpPr/>
        <p:nvPr/>
      </p:nvGrpSpPr>
      <p:grpSpPr>
        <a:xfrm>
          <a:off x="0" y="0"/>
          <a:ext cx="0" cy="0"/>
          <a:chOff x="0" y="0"/>
          <a:chExt cx="0" cy="0"/>
        </a:xfrm>
      </p:grpSpPr>
      <p:sp>
        <p:nvSpPr>
          <p:cNvPr id="2" name="Título 1"/>
          <p:cNvSpPr>
            <a:spLocks noGrp="1"/>
          </p:cNvSpPr>
          <p:nvPr>
            <p:ph type="title"/>
          </p:nvPr>
        </p:nvSpPr>
        <p:spPr>
          <a:xfrm>
            <a:off x="268208" y="301050"/>
            <a:ext cx="1764773" cy="1281214"/>
          </a:xfrm>
        </p:spPr>
        <p:txBody>
          <a:bodyPr anchor="b"/>
          <a:lstStyle>
            <a:lvl1pPr algn="l">
              <a:defRPr sz="2000" b="1"/>
            </a:lvl1pPr>
          </a:lstStyle>
          <a:p>
            <a:r>
              <a:rPr lang="pt-BR"/>
              <a:t>Clique para editar o título mestre</a:t>
            </a:r>
          </a:p>
        </p:txBody>
      </p:sp>
      <p:sp>
        <p:nvSpPr>
          <p:cNvPr id="3" name="Espaço Reservado para Conteúdo 2"/>
          <p:cNvSpPr>
            <a:spLocks noGrp="1"/>
          </p:cNvSpPr>
          <p:nvPr>
            <p:ph idx="1"/>
          </p:nvPr>
        </p:nvSpPr>
        <p:spPr>
          <a:xfrm>
            <a:off x="2097239" y="301051"/>
            <a:ext cx="2998716" cy="6453328"/>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pt-BR"/>
              <a:t>Clique para editar o texto mestre</a:t>
            </a:r>
          </a:p>
          <a:p>
            <a:pPr lvl="1"/>
            <a:r>
              <a:rPr lang="pt-BR"/>
              <a:t>Segundo nível</a:t>
            </a:r>
          </a:p>
          <a:p>
            <a:pPr lvl="2"/>
            <a:r>
              <a:rPr lang="pt-BR"/>
              <a:t>Terceiro nível</a:t>
            </a:r>
          </a:p>
          <a:p>
            <a:pPr lvl="3"/>
            <a:r>
              <a:rPr lang="pt-BR"/>
              <a:t>Quarto nível</a:t>
            </a:r>
          </a:p>
          <a:p>
            <a:pPr lvl="4"/>
            <a:r>
              <a:rPr lang="pt-BR"/>
              <a:t>Quinto nível</a:t>
            </a:r>
          </a:p>
        </p:txBody>
      </p:sp>
      <p:sp>
        <p:nvSpPr>
          <p:cNvPr id="4" name="Espaço Reservado para Texto 3"/>
          <p:cNvSpPr>
            <a:spLocks noGrp="1"/>
          </p:cNvSpPr>
          <p:nvPr>
            <p:ph type="body" sz="half" idx="2"/>
          </p:nvPr>
        </p:nvSpPr>
        <p:spPr>
          <a:xfrm>
            <a:off x="268208" y="1582265"/>
            <a:ext cx="1764773" cy="5172114"/>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pt-BR"/>
              <a:t>Clique para editar o texto mestre</a:t>
            </a:r>
          </a:p>
        </p:txBody>
      </p:sp>
      <p:sp>
        <p:nvSpPr>
          <p:cNvPr id="5" name="Espaço Reservado para Data 4"/>
          <p:cNvSpPr>
            <a:spLocks noGrp="1"/>
          </p:cNvSpPr>
          <p:nvPr>
            <p:ph type="dt" sz="half" idx="10"/>
          </p:nvPr>
        </p:nvSpPr>
        <p:spPr/>
        <p:txBody>
          <a:bodyPr/>
          <a:lstStyle/>
          <a:p>
            <a:fld id="{658B1440-2FAC-4D08-BF0E-B78FB96B65A9}" type="datetimeFigureOut">
              <a:rPr lang="pt-BR" smtClean="0"/>
              <a:t>30/05/2019</a:t>
            </a:fld>
            <a:endParaRPr lang="pt-BR"/>
          </a:p>
        </p:txBody>
      </p:sp>
      <p:sp>
        <p:nvSpPr>
          <p:cNvPr id="6" name="Espaço Reservado para Rodapé 5"/>
          <p:cNvSpPr>
            <a:spLocks noGrp="1"/>
          </p:cNvSpPr>
          <p:nvPr>
            <p:ph type="ftr" sz="quarter" idx="11"/>
          </p:nvPr>
        </p:nvSpPr>
        <p:spPr/>
        <p:txBody>
          <a:bodyPr/>
          <a:lstStyle/>
          <a:p>
            <a:endParaRPr lang="pt-BR"/>
          </a:p>
        </p:txBody>
      </p:sp>
      <p:sp>
        <p:nvSpPr>
          <p:cNvPr id="7" name="Espaço Reservado para Número de Slide 6"/>
          <p:cNvSpPr>
            <a:spLocks noGrp="1"/>
          </p:cNvSpPr>
          <p:nvPr>
            <p:ph type="sldNum" sz="quarter" idx="12"/>
          </p:nvPr>
        </p:nvSpPr>
        <p:spPr/>
        <p:txBody>
          <a:bodyPr/>
          <a:lstStyle/>
          <a:p>
            <a:fld id="{5583268C-60FE-4333-B092-1A38FFBDC3D2}" type="slidenum">
              <a:rPr lang="pt-BR" smtClean="0"/>
              <a:t>‹nº›</a:t>
            </a:fld>
            <a:endParaRPr lang="pt-BR"/>
          </a:p>
        </p:txBody>
      </p:sp>
    </p:spTree>
    <p:extLst>
      <p:ext uri="{BB962C8B-B14F-4D97-AF65-F5344CB8AC3E}">
        <p14:creationId xmlns:p14="http://schemas.microsoft.com/office/powerpoint/2010/main" val="763383287"/>
      </p:ext>
    </p:extLst>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Imagem com Legenda">
    <p:spTree>
      <p:nvGrpSpPr>
        <p:cNvPr id="1" name=""/>
        <p:cNvGrpSpPr/>
        <p:nvPr/>
      </p:nvGrpSpPr>
      <p:grpSpPr>
        <a:xfrm>
          <a:off x="0" y="0"/>
          <a:ext cx="0" cy="0"/>
          <a:chOff x="0" y="0"/>
          <a:chExt cx="0" cy="0"/>
        </a:xfrm>
      </p:grpSpPr>
      <p:sp>
        <p:nvSpPr>
          <p:cNvPr id="2" name="Título 1"/>
          <p:cNvSpPr>
            <a:spLocks noGrp="1"/>
          </p:cNvSpPr>
          <p:nvPr>
            <p:ph type="title"/>
          </p:nvPr>
        </p:nvSpPr>
        <p:spPr>
          <a:xfrm>
            <a:off x="1051413" y="5292884"/>
            <a:ext cx="3218498" cy="624855"/>
          </a:xfrm>
        </p:spPr>
        <p:txBody>
          <a:bodyPr anchor="b"/>
          <a:lstStyle>
            <a:lvl1pPr algn="l">
              <a:defRPr sz="2000" b="1"/>
            </a:lvl1pPr>
          </a:lstStyle>
          <a:p>
            <a:r>
              <a:rPr lang="pt-BR"/>
              <a:t>Clique para editar o título mestre</a:t>
            </a:r>
          </a:p>
        </p:txBody>
      </p:sp>
      <p:sp>
        <p:nvSpPr>
          <p:cNvPr id="3" name="Espaço Reservado para Imagem 2"/>
          <p:cNvSpPr>
            <a:spLocks noGrp="1"/>
          </p:cNvSpPr>
          <p:nvPr>
            <p:ph type="pic" idx="1"/>
          </p:nvPr>
        </p:nvSpPr>
        <p:spPr>
          <a:xfrm>
            <a:off x="1051413" y="675613"/>
            <a:ext cx="3218498" cy="4536758"/>
          </a:xfrm>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endParaRPr lang="pt-BR"/>
          </a:p>
        </p:txBody>
      </p:sp>
      <p:sp>
        <p:nvSpPr>
          <p:cNvPr id="4" name="Espaço Reservado para Texto 3"/>
          <p:cNvSpPr>
            <a:spLocks noGrp="1"/>
          </p:cNvSpPr>
          <p:nvPr>
            <p:ph type="body" sz="half" idx="2"/>
          </p:nvPr>
        </p:nvSpPr>
        <p:spPr>
          <a:xfrm>
            <a:off x="1051413" y="5917739"/>
            <a:ext cx="3218498" cy="887398"/>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pt-BR"/>
              <a:t>Clique para editar o texto mestre</a:t>
            </a:r>
          </a:p>
        </p:txBody>
      </p:sp>
      <p:sp>
        <p:nvSpPr>
          <p:cNvPr id="5" name="Espaço Reservado para Data 4"/>
          <p:cNvSpPr>
            <a:spLocks noGrp="1"/>
          </p:cNvSpPr>
          <p:nvPr>
            <p:ph type="dt" sz="half" idx="10"/>
          </p:nvPr>
        </p:nvSpPr>
        <p:spPr/>
        <p:txBody>
          <a:bodyPr/>
          <a:lstStyle/>
          <a:p>
            <a:fld id="{658B1440-2FAC-4D08-BF0E-B78FB96B65A9}" type="datetimeFigureOut">
              <a:rPr lang="pt-BR" smtClean="0"/>
              <a:t>30/05/2019</a:t>
            </a:fld>
            <a:endParaRPr lang="pt-BR"/>
          </a:p>
        </p:txBody>
      </p:sp>
      <p:sp>
        <p:nvSpPr>
          <p:cNvPr id="6" name="Espaço Reservado para Rodapé 5"/>
          <p:cNvSpPr>
            <a:spLocks noGrp="1"/>
          </p:cNvSpPr>
          <p:nvPr>
            <p:ph type="ftr" sz="quarter" idx="11"/>
          </p:nvPr>
        </p:nvSpPr>
        <p:spPr/>
        <p:txBody>
          <a:bodyPr/>
          <a:lstStyle/>
          <a:p>
            <a:endParaRPr lang="pt-BR"/>
          </a:p>
        </p:txBody>
      </p:sp>
      <p:sp>
        <p:nvSpPr>
          <p:cNvPr id="7" name="Espaço Reservado para Número de Slide 6"/>
          <p:cNvSpPr>
            <a:spLocks noGrp="1"/>
          </p:cNvSpPr>
          <p:nvPr>
            <p:ph type="sldNum" sz="quarter" idx="12"/>
          </p:nvPr>
        </p:nvSpPr>
        <p:spPr/>
        <p:txBody>
          <a:bodyPr/>
          <a:lstStyle/>
          <a:p>
            <a:fld id="{5583268C-60FE-4333-B092-1A38FFBDC3D2}" type="slidenum">
              <a:rPr lang="pt-BR" smtClean="0"/>
              <a:t>‹nº›</a:t>
            </a:fld>
            <a:endParaRPr lang="pt-BR"/>
          </a:p>
        </p:txBody>
      </p:sp>
    </p:spTree>
    <p:extLst>
      <p:ext uri="{BB962C8B-B14F-4D97-AF65-F5344CB8AC3E}">
        <p14:creationId xmlns:p14="http://schemas.microsoft.com/office/powerpoint/2010/main" val="162866072"/>
      </p:ext>
    </p:extLst>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Título e texto vertical">
    <p:spTree>
      <p:nvGrpSpPr>
        <p:cNvPr id="1" name=""/>
        <p:cNvGrpSpPr/>
        <p:nvPr/>
      </p:nvGrpSpPr>
      <p:grpSpPr>
        <a:xfrm>
          <a:off x="0" y="0"/>
          <a:ext cx="0" cy="0"/>
          <a:chOff x="0" y="0"/>
          <a:chExt cx="0" cy="0"/>
        </a:xfrm>
      </p:grpSpPr>
      <p:sp>
        <p:nvSpPr>
          <p:cNvPr id="2" name="Título 1"/>
          <p:cNvSpPr>
            <a:spLocks noGrp="1"/>
          </p:cNvSpPr>
          <p:nvPr>
            <p:ph type="title"/>
          </p:nvPr>
        </p:nvSpPr>
        <p:spPr/>
        <p:txBody>
          <a:bodyPr/>
          <a:lstStyle/>
          <a:p>
            <a:r>
              <a:rPr lang="pt-BR"/>
              <a:t>Clique para editar o título mestre</a:t>
            </a:r>
          </a:p>
        </p:txBody>
      </p:sp>
      <p:sp>
        <p:nvSpPr>
          <p:cNvPr id="3" name="Espaço Reservado para Texto Vertical 2"/>
          <p:cNvSpPr>
            <a:spLocks noGrp="1"/>
          </p:cNvSpPr>
          <p:nvPr>
            <p:ph type="body" orient="vert" idx="1"/>
          </p:nvPr>
        </p:nvSpPr>
        <p:spPr/>
        <p:txBody>
          <a:bodyPr vert="eaVert"/>
          <a:lstStyle/>
          <a:p>
            <a:pPr lvl="0"/>
            <a:r>
              <a:rPr lang="pt-BR"/>
              <a:t>Clique para editar o texto mestre</a:t>
            </a:r>
          </a:p>
          <a:p>
            <a:pPr lvl="1"/>
            <a:r>
              <a:rPr lang="pt-BR"/>
              <a:t>Segundo nível</a:t>
            </a:r>
          </a:p>
          <a:p>
            <a:pPr lvl="2"/>
            <a:r>
              <a:rPr lang="pt-BR"/>
              <a:t>Terceiro nível</a:t>
            </a:r>
          </a:p>
          <a:p>
            <a:pPr lvl="3"/>
            <a:r>
              <a:rPr lang="pt-BR"/>
              <a:t>Quarto nível</a:t>
            </a:r>
          </a:p>
          <a:p>
            <a:pPr lvl="4"/>
            <a:r>
              <a:rPr lang="pt-BR"/>
              <a:t>Quinto nível</a:t>
            </a:r>
          </a:p>
        </p:txBody>
      </p:sp>
      <p:sp>
        <p:nvSpPr>
          <p:cNvPr id="4" name="Espaço Reservado para Data 3"/>
          <p:cNvSpPr>
            <a:spLocks noGrp="1"/>
          </p:cNvSpPr>
          <p:nvPr>
            <p:ph type="dt" sz="half" idx="10"/>
          </p:nvPr>
        </p:nvSpPr>
        <p:spPr/>
        <p:txBody>
          <a:bodyPr/>
          <a:lstStyle/>
          <a:p>
            <a:fld id="{658B1440-2FAC-4D08-BF0E-B78FB96B65A9}" type="datetimeFigureOut">
              <a:rPr lang="pt-BR" smtClean="0"/>
              <a:t>30/05/2019</a:t>
            </a:fld>
            <a:endParaRPr lang="pt-BR"/>
          </a:p>
        </p:txBody>
      </p:sp>
      <p:sp>
        <p:nvSpPr>
          <p:cNvPr id="5" name="Espaço Reservado para Rodapé 4"/>
          <p:cNvSpPr>
            <a:spLocks noGrp="1"/>
          </p:cNvSpPr>
          <p:nvPr>
            <p:ph type="ftr" sz="quarter" idx="11"/>
          </p:nvPr>
        </p:nvSpPr>
        <p:spPr/>
        <p:txBody>
          <a:bodyPr/>
          <a:lstStyle/>
          <a:p>
            <a:endParaRPr lang="pt-BR"/>
          </a:p>
        </p:txBody>
      </p:sp>
      <p:sp>
        <p:nvSpPr>
          <p:cNvPr id="6" name="Espaço Reservado para Número de Slide 5"/>
          <p:cNvSpPr>
            <a:spLocks noGrp="1"/>
          </p:cNvSpPr>
          <p:nvPr>
            <p:ph type="sldNum" sz="quarter" idx="12"/>
          </p:nvPr>
        </p:nvSpPr>
        <p:spPr/>
        <p:txBody>
          <a:bodyPr/>
          <a:lstStyle/>
          <a:p>
            <a:fld id="{5583268C-60FE-4333-B092-1A38FFBDC3D2}" type="slidenum">
              <a:rPr lang="pt-BR" smtClean="0"/>
              <a:t>‹nº›</a:t>
            </a:fld>
            <a:endParaRPr lang="pt-BR"/>
          </a:p>
        </p:txBody>
      </p:sp>
    </p:spTree>
    <p:extLst>
      <p:ext uri="{BB962C8B-B14F-4D97-AF65-F5344CB8AC3E}">
        <p14:creationId xmlns:p14="http://schemas.microsoft.com/office/powerpoint/2010/main" val="3379728110"/>
      </p:ext>
    </p:extLst>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Título e texto verticais">
    <p:spTree>
      <p:nvGrpSpPr>
        <p:cNvPr id="1" name=""/>
        <p:cNvGrpSpPr/>
        <p:nvPr/>
      </p:nvGrpSpPr>
      <p:grpSpPr>
        <a:xfrm>
          <a:off x="0" y="0"/>
          <a:ext cx="0" cy="0"/>
          <a:chOff x="0" y="0"/>
          <a:chExt cx="0" cy="0"/>
        </a:xfrm>
      </p:grpSpPr>
      <p:sp>
        <p:nvSpPr>
          <p:cNvPr id="2" name="Título Vertical 1"/>
          <p:cNvSpPr>
            <a:spLocks noGrp="1"/>
          </p:cNvSpPr>
          <p:nvPr>
            <p:ph type="title" orient="vert"/>
          </p:nvPr>
        </p:nvSpPr>
        <p:spPr>
          <a:xfrm>
            <a:off x="3889018" y="302802"/>
            <a:ext cx="1206937" cy="6451578"/>
          </a:xfrm>
        </p:spPr>
        <p:txBody>
          <a:bodyPr vert="eaVert"/>
          <a:lstStyle/>
          <a:p>
            <a:r>
              <a:rPr lang="pt-BR"/>
              <a:t>Clique para editar o título mestre</a:t>
            </a:r>
          </a:p>
        </p:txBody>
      </p:sp>
      <p:sp>
        <p:nvSpPr>
          <p:cNvPr id="3" name="Espaço Reservado para Texto Vertical 2"/>
          <p:cNvSpPr>
            <a:spLocks noGrp="1"/>
          </p:cNvSpPr>
          <p:nvPr>
            <p:ph type="body" orient="vert" idx="1"/>
          </p:nvPr>
        </p:nvSpPr>
        <p:spPr>
          <a:xfrm>
            <a:off x="268208" y="302802"/>
            <a:ext cx="3531407" cy="6451578"/>
          </a:xfrm>
        </p:spPr>
        <p:txBody>
          <a:bodyPr vert="eaVert"/>
          <a:lstStyle/>
          <a:p>
            <a:pPr lvl="0"/>
            <a:r>
              <a:rPr lang="pt-BR"/>
              <a:t>Clique para editar o texto mestre</a:t>
            </a:r>
          </a:p>
          <a:p>
            <a:pPr lvl="1"/>
            <a:r>
              <a:rPr lang="pt-BR"/>
              <a:t>Segundo nível</a:t>
            </a:r>
          </a:p>
          <a:p>
            <a:pPr lvl="2"/>
            <a:r>
              <a:rPr lang="pt-BR"/>
              <a:t>Terceiro nível</a:t>
            </a:r>
          </a:p>
          <a:p>
            <a:pPr lvl="3"/>
            <a:r>
              <a:rPr lang="pt-BR"/>
              <a:t>Quarto nível</a:t>
            </a:r>
          </a:p>
          <a:p>
            <a:pPr lvl="4"/>
            <a:r>
              <a:rPr lang="pt-BR"/>
              <a:t>Quinto nível</a:t>
            </a:r>
          </a:p>
        </p:txBody>
      </p:sp>
      <p:sp>
        <p:nvSpPr>
          <p:cNvPr id="4" name="Espaço Reservado para Data 3"/>
          <p:cNvSpPr>
            <a:spLocks noGrp="1"/>
          </p:cNvSpPr>
          <p:nvPr>
            <p:ph type="dt" sz="half" idx="10"/>
          </p:nvPr>
        </p:nvSpPr>
        <p:spPr/>
        <p:txBody>
          <a:bodyPr/>
          <a:lstStyle/>
          <a:p>
            <a:fld id="{658B1440-2FAC-4D08-BF0E-B78FB96B65A9}" type="datetimeFigureOut">
              <a:rPr lang="pt-BR" smtClean="0"/>
              <a:t>30/05/2019</a:t>
            </a:fld>
            <a:endParaRPr lang="pt-BR"/>
          </a:p>
        </p:txBody>
      </p:sp>
      <p:sp>
        <p:nvSpPr>
          <p:cNvPr id="5" name="Espaço Reservado para Rodapé 4"/>
          <p:cNvSpPr>
            <a:spLocks noGrp="1"/>
          </p:cNvSpPr>
          <p:nvPr>
            <p:ph type="ftr" sz="quarter" idx="11"/>
          </p:nvPr>
        </p:nvSpPr>
        <p:spPr/>
        <p:txBody>
          <a:bodyPr/>
          <a:lstStyle/>
          <a:p>
            <a:endParaRPr lang="pt-BR"/>
          </a:p>
        </p:txBody>
      </p:sp>
      <p:sp>
        <p:nvSpPr>
          <p:cNvPr id="6" name="Espaço Reservado para Número de Slide 5"/>
          <p:cNvSpPr>
            <a:spLocks noGrp="1"/>
          </p:cNvSpPr>
          <p:nvPr>
            <p:ph type="sldNum" sz="quarter" idx="12"/>
          </p:nvPr>
        </p:nvSpPr>
        <p:spPr/>
        <p:txBody>
          <a:bodyPr/>
          <a:lstStyle/>
          <a:p>
            <a:fld id="{5583268C-60FE-4333-B092-1A38FFBDC3D2}" type="slidenum">
              <a:rPr lang="pt-BR" smtClean="0"/>
              <a:t>‹nº›</a:t>
            </a:fld>
            <a:endParaRPr lang="pt-BR"/>
          </a:p>
        </p:txBody>
      </p:sp>
    </p:spTree>
    <p:extLst>
      <p:ext uri="{BB962C8B-B14F-4D97-AF65-F5344CB8AC3E}">
        <p14:creationId xmlns:p14="http://schemas.microsoft.com/office/powerpoint/2010/main" val="3894740044"/>
      </p:ext>
    </p:extLst>
  </p:cSld>
  <p:clrMapOvr>
    <a:masterClrMapping/>
  </p:clrMapOvr>
</p:sldLayout>
</file>

<file path=ppt/slideMasters/_rels/slideMaster1.xml.rels><?xml version="1.0" encoding="UTF-8" standalone="yes"?>
<Relationships xmlns="http://schemas.openxmlformats.org/package/2006/relationships"><Relationship Id="rId8" Type="http://schemas.openxmlformats.org/officeDocument/2006/relationships/slideLayout" Target="../slideLayouts/slideLayout8.xml"/><Relationship Id="rId3" Type="http://schemas.openxmlformats.org/officeDocument/2006/relationships/slideLayout" Target="../slideLayouts/slideLayout3.xml"/><Relationship Id="rId7" Type="http://schemas.openxmlformats.org/officeDocument/2006/relationships/slideLayout" Target="../slideLayouts/slideLayout7.xml"/><Relationship Id="rId12" Type="http://schemas.openxmlformats.org/officeDocument/2006/relationships/theme" Target="../theme/theme1.xml"/><Relationship Id="rId2" Type="http://schemas.openxmlformats.org/officeDocument/2006/relationships/slideLayout" Target="../slideLayouts/slideLayout2.xml"/><Relationship Id="rId1" Type="http://schemas.openxmlformats.org/officeDocument/2006/relationships/slideLayout" Target="../slideLayouts/slideLayout1.xml"/><Relationship Id="rId6" Type="http://schemas.openxmlformats.org/officeDocument/2006/relationships/slideLayout" Target="../slideLayouts/slideLayout6.xml"/><Relationship Id="rId11" Type="http://schemas.openxmlformats.org/officeDocument/2006/relationships/slideLayout" Target="../slideLayouts/slideLayout11.xml"/><Relationship Id="rId5" Type="http://schemas.openxmlformats.org/officeDocument/2006/relationships/slideLayout" Target="../slideLayouts/slideLayout5.xml"/><Relationship Id="rId10" Type="http://schemas.openxmlformats.org/officeDocument/2006/relationships/slideLayout" Target="../slideLayouts/slideLayout10.xml"/><Relationship Id="rId4" Type="http://schemas.openxmlformats.org/officeDocument/2006/relationships/slideLayout" Target="../slideLayouts/slideLayout4.xml"/><Relationship Id="rId9" Type="http://schemas.openxmlformats.org/officeDocument/2006/relationships/slideLayout" Target="../slideLayouts/slideLayout9.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Espaço Reservado para Título 1"/>
          <p:cNvSpPr>
            <a:spLocks noGrp="1"/>
          </p:cNvSpPr>
          <p:nvPr>
            <p:ph type="title"/>
          </p:nvPr>
        </p:nvSpPr>
        <p:spPr>
          <a:xfrm>
            <a:off x="268208" y="302801"/>
            <a:ext cx="4827747" cy="1260211"/>
          </a:xfrm>
          <a:prstGeom prst="rect">
            <a:avLst/>
          </a:prstGeom>
        </p:spPr>
        <p:txBody>
          <a:bodyPr vert="horz" lIns="91440" tIns="45720" rIns="91440" bIns="45720" rtlCol="0" anchor="ctr">
            <a:normAutofit/>
          </a:bodyPr>
          <a:lstStyle/>
          <a:p>
            <a:r>
              <a:rPr lang="pt-BR"/>
              <a:t>Clique para editar o título mestre</a:t>
            </a:r>
          </a:p>
        </p:txBody>
      </p:sp>
      <p:sp>
        <p:nvSpPr>
          <p:cNvPr id="3" name="Espaço Reservado para Texto 2"/>
          <p:cNvSpPr>
            <a:spLocks noGrp="1"/>
          </p:cNvSpPr>
          <p:nvPr>
            <p:ph type="body" idx="1"/>
          </p:nvPr>
        </p:nvSpPr>
        <p:spPr>
          <a:xfrm>
            <a:off x="268208" y="1764295"/>
            <a:ext cx="4827747" cy="4990084"/>
          </a:xfrm>
          <a:prstGeom prst="rect">
            <a:avLst/>
          </a:prstGeom>
        </p:spPr>
        <p:txBody>
          <a:bodyPr vert="horz" lIns="91440" tIns="45720" rIns="91440" bIns="45720" rtlCol="0">
            <a:normAutofit/>
          </a:bodyPr>
          <a:lstStyle/>
          <a:p>
            <a:pPr lvl="0"/>
            <a:r>
              <a:rPr lang="pt-BR"/>
              <a:t>Clique para editar o texto mestre</a:t>
            </a:r>
          </a:p>
          <a:p>
            <a:pPr lvl="1"/>
            <a:r>
              <a:rPr lang="pt-BR"/>
              <a:t>Segundo nível</a:t>
            </a:r>
          </a:p>
          <a:p>
            <a:pPr lvl="2"/>
            <a:r>
              <a:rPr lang="pt-BR"/>
              <a:t>Terceiro nível</a:t>
            </a:r>
          </a:p>
          <a:p>
            <a:pPr lvl="3"/>
            <a:r>
              <a:rPr lang="pt-BR"/>
              <a:t>Quarto nível</a:t>
            </a:r>
          </a:p>
          <a:p>
            <a:pPr lvl="4"/>
            <a:r>
              <a:rPr lang="pt-BR"/>
              <a:t>Quinto nível</a:t>
            </a:r>
          </a:p>
        </p:txBody>
      </p:sp>
      <p:sp>
        <p:nvSpPr>
          <p:cNvPr id="4" name="Espaço Reservado para Data 3"/>
          <p:cNvSpPr>
            <a:spLocks noGrp="1"/>
          </p:cNvSpPr>
          <p:nvPr>
            <p:ph type="dt" sz="half" idx="2"/>
          </p:nvPr>
        </p:nvSpPr>
        <p:spPr>
          <a:xfrm>
            <a:off x="268208" y="7008171"/>
            <a:ext cx="1251638" cy="402567"/>
          </a:xfrm>
          <a:prstGeom prst="rect">
            <a:avLst/>
          </a:prstGeom>
        </p:spPr>
        <p:txBody>
          <a:bodyPr vert="horz" lIns="91440" tIns="45720" rIns="91440" bIns="45720" rtlCol="0" anchor="ctr"/>
          <a:lstStyle>
            <a:lvl1pPr algn="l">
              <a:defRPr sz="1200">
                <a:solidFill>
                  <a:schemeClr val="tx1">
                    <a:tint val="75000"/>
                  </a:schemeClr>
                </a:solidFill>
              </a:defRPr>
            </a:lvl1pPr>
          </a:lstStyle>
          <a:p>
            <a:fld id="{658B1440-2FAC-4D08-BF0E-B78FB96B65A9}" type="datetimeFigureOut">
              <a:rPr lang="pt-BR" smtClean="0"/>
              <a:t>30/05/2019</a:t>
            </a:fld>
            <a:endParaRPr lang="pt-BR"/>
          </a:p>
        </p:txBody>
      </p:sp>
      <p:sp>
        <p:nvSpPr>
          <p:cNvPr id="5" name="Espaço Reservado para Rodapé 4"/>
          <p:cNvSpPr>
            <a:spLocks noGrp="1"/>
          </p:cNvSpPr>
          <p:nvPr>
            <p:ph type="ftr" sz="quarter" idx="3"/>
          </p:nvPr>
        </p:nvSpPr>
        <p:spPr>
          <a:xfrm>
            <a:off x="1832756" y="7008171"/>
            <a:ext cx="1698652" cy="402567"/>
          </a:xfrm>
          <a:prstGeom prst="rect">
            <a:avLst/>
          </a:prstGeom>
        </p:spPr>
        <p:txBody>
          <a:bodyPr vert="horz" lIns="91440" tIns="45720" rIns="91440" bIns="45720" rtlCol="0" anchor="ctr"/>
          <a:lstStyle>
            <a:lvl1pPr algn="ctr">
              <a:defRPr sz="1200">
                <a:solidFill>
                  <a:schemeClr val="tx1">
                    <a:tint val="75000"/>
                  </a:schemeClr>
                </a:solidFill>
              </a:defRPr>
            </a:lvl1pPr>
          </a:lstStyle>
          <a:p>
            <a:endParaRPr lang="pt-BR"/>
          </a:p>
        </p:txBody>
      </p:sp>
      <p:sp>
        <p:nvSpPr>
          <p:cNvPr id="6" name="Espaço Reservado para Número de Slide 5"/>
          <p:cNvSpPr>
            <a:spLocks noGrp="1"/>
          </p:cNvSpPr>
          <p:nvPr>
            <p:ph type="sldNum" sz="quarter" idx="4"/>
          </p:nvPr>
        </p:nvSpPr>
        <p:spPr>
          <a:xfrm>
            <a:off x="3844317" y="7008171"/>
            <a:ext cx="1251638" cy="402567"/>
          </a:xfrm>
          <a:prstGeom prst="rect">
            <a:avLst/>
          </a:prstGeom>
        </p:spPr>
        <p:txBody>
          <a:bodyPr vert="horz" lIns="91440" tIns="45720" rIns="91440" bIns="45720" rtlCol="0" anchor="ctr"/>
          <a:lstStyle>
            <a:lvl1pPr algn="r">
              <a:defRPr sz="1200">
                <a:solidFill>
                  <a:schemeClr val="tx1">
                    <a:tint val="75000"/>
                  </a:schemeClr>
                </a:solidFill>
              </a:defRPr>
            </a:lvl1pPr>
          </a:lstStyle>
          <a:p>
            <a:fld id="{5583268C-60FE-4333-B092-1A38FFBDC3D2}" type="slidenum">
              <a:rPr lang="pt-BR" smtClean="0"/>
              <a:t>‹nº›</a:t>
            </a:fld>
            <a:endParaRPr lang="pt-BR"/>
          </a:p>
        </p:txBody>
      </p:sp>
    </p:spTree>
    <p:extLst>
      <p:ext uri="{BB962C8B-B14F-4D97-AF65-F5344CB8AC3E}">
        <p14:creationId xmlns:p14="http://schemas.microsoft.com/office/powerpoint/2010/main" val="2449934168"/>
      </p:ext>
    </p:extLst>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 id="2147483653" r:id="rId5"/>
    <p:sldLayoutId id="2147483654" r:id="rId6"/>
    <p:sldLayoutId id="2147483655" r:id="rId7"/>
    <p:sldLayoutId id="2147483656" r:id="rId8"/>
    <p:sldLayoutId id="2147483657" r:id="rId9"/>
    <p:sldLayoutId id="2147483658" r:id="rId10"/>
    <p:sldLayoutId id="2147483659" r:id="rId11"/>
  </p:sldLayoutIdLst>
  <p:txStyles>
    <p:titleStyle>
      <a:lvl1pPr algn="ctr" defTabSz="9144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914400" rtl="0" eaLnBrk="1" latinLnBrk="0" hangingPunct="1">
        <a:spcBef>
          <a:spcPct val="20000"/>
        </a:spcBef>
        <a:buFont typeface="Arial" pitchFamily="34" charset="0"/>
        <a:buChar char="•"/>
        <a:defRPr sz="3200" kern="1200">
          <a:solidFill>
            <a:schemeClr val="tx1"/>
          </a:solidFill>
          <a:latin typeface="+mn-lt"/>
          <a:ea typeface="+mn-ea"/>
          <a:cs typeface="+mn-cs"/>
        </a:defRPr>
      </a:lvl1pPr>
      <a:lvl2pPr marL="742950" indent="-285750" algn="l" defTabSz="914400" rtl="0" eaLnBrk="1" latinLnBrk="0" hangingPunct="1">
        <a:spcBef>
          <a:spcPct val="20000"/>
        </a:spcBef>
        <a:buFont typeface="Arial" pitchFamily="34" charset="0"/>
        <a:buChar char="–"/>
        <a:defRPr sz="2800" kern="1200">
          <a:solidFill>
            <a:schemeClr val="tx1"/>
          </a:solidFill>
          <a:latin typeface="+mn-lt"/>
          <a:ea typeface="+mn-ea"/>
          <a:cs typeface="+mn-cs"/>
        </a:defRPr>
      </a:lvl2pPr>
      <a:lvl3pPr marL="1143000" indent="-228600" algn="l" defTabSz="914400" rtl="0" eaLnBrk="1" latinLnBrk="0" hangingPunct="1">
        <a:spcBef>
          <a:spcPct val="20000"/>
        </a:spcBef>
        <a:buFont typeface="Arial" pitchFamily="34" charset="0"/>
        <a:buChar char="•"/>
        <a:defRPr sz="2400" kern="1200">
          <a:solidFill>
            <a:schemeClr val="tx1"/>
          </a:solidFill>
          <a:latin typeface="+mn-lt"/>
          <a:ea typeface="+mn-ea"/>
          <a:cs typeface="+mn-cs"/>
        </a:defRPr>
      </a:lvl3pPr>
      <a:lvl4pPr marL="1600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4pPr>
      <a:lvl5pPr marL="20574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5pPr>
      <a:lvl6pPr marL="25146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6pPr>
      <a:lvl7pPr marL="29718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7pPr>
      <a:lvl8pPr marL="34290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8pPr>
      <a:lvl9pPr marL="3886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9pPr>
    </p:bodyStyle>
    <p:otherStyle>
      <a:defPPr>
        <a:defRPr lang="pt-BR"/>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2" Type="http://schemas.openxmlformats.org/officeDocument/2006/relationships/image" Target="../media/image1.png"/><Relationship Id="rId1" Type="http://schemas.openxmlformats.org/officeDocument/2006/relationships/slideLayout" Target="../slideLayouts/slideLayout1.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4.xml"/></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4.xml"/></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4.xml"/></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4.xml"/></Relationships>
</file>

<file path=ppt/slides/_rels/slide7.xml.rels><?xml version="1.0" encoding="UTF-8" standalone="yes"?>
<Relationships xmlns="http://schemas.openxmlformats.org/package/2006/relationships"><Relationship Id="rId1" Type="http://schemas.openxmlformats.org/officeDocument/2006/relationships/slideLayout" Target="../slideLayouts/slideLayout4.xml"/></Relationships>
</file>

<file path=ppt/slides/_rels/slide8.xml.rels><?xml version="1.0" encoding="UTF-8" standalone="yes"?>
<Relationships xmlns="http://schemas.openxmlformats.org/package/2006/relationships"><Relationship Id="rId1" Type="http://schemas.openxmlformats.org/officeDocument/2006/relationships/slideLayout" Target="../slideLayouts/slideLayout4.xml"/></Relationships>
</file>

<file path=ppt/slides/_rels/slide9.xml.rels><?xml version="1.0" encoding="UTF-8" standalone="yes"?>
<Relationships xmlns="http://schemas.openxmlformats.org/package/2006/relationships"><Relationship Id="rId1" Type="http://schemas.openxmlformats.org/officeDocument/2006/relationships/slideLayout" Target="../slideLayouts/slideLayout4.xml"/></Relationships>
</file>

<file path=ppt/slides/_rels/slide10.xml.rels><?xml version="1.0" encoding="UTF-8" standalone="yes"?>
<Relationships xmlns="http://schemas.openxmlformats.org/package/2006/relationships"><Relationship Id="rId3" Type="http://schemas.openxmlformats.org/officeDocument/2006/relationships/image" Target="../media/image1.png"/><Relationship Id="rId2" Type="http://schemas.openxmlformats.org/officeDocument/2006/relationships/notesSlide" Target="../notesSlides/notesSlide1.xml"/><Relationship Id="rId1" Type="http://schemas.openxmlformats.org/officeDocument/2006/relationships/slideLayout" Target="../slideLayouts/slideLayout1.xml"/><Relationship Id="rId5" Type="http://schemas.openxmlformats.org/officeDocument/2006/relationships/hyperlink" Target="mailto:sac@soacoindustrial.com.br" TargetMode="External"/><Relationship Id="rId4" Type="http://schemas.openxmlformats.org/officeDocument/2006/relationships/hyperlink" Target="http://www.soacoindustrial.com.br/" TargetMode="External"/></Relationships>
</file>

<file path=ppt/slides/slide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43" name="Imagem 42">
            <a:extLst>
              <a:ext uri="{FF2B5EF4-FFF2-40B4-BE49-F238E27FC236}">
                <a16:creationId xmlns:a16="http://schemas.microsoft.com/office/drawing/2014/main" id="{B6B61C7F-4FFB-45B4-989D-1AA0E18227BA}"/>
              </a:ext>
            </a:extLst>
          </p:cNvPr>
          <p:cNvPicPr/>
          <p:nvPr/>
        </p:nvPicPr>
        <p:blipFill>
          <a:blip r:embed="rId2">
            <a:extLst>
              <a:ext uri="{28A0092B-C50C-407E-A947-70E740481C1C}">
                <a14:useLocalDpi xmlns:a14="http://schemas.microsoft.com/office/drawing/2010/main" val="0"/>
              </a:ext>
            </a:extLst>
          </a:blip>
          <a:stretch>
            <a:fillRect/>
          </a:stretch>
        </p:blipFill>
        <p:spPr>
          <a:xfrm>
            <a:off x="57466" y="7138719"/>
            <a:ext cx="593151" cy="322819"/>
          </a:xfrm>
          <a:prstGeom prst="rect">
            <a:avLst/>
          </a:prstGeom>
        </p:spPr>
      </p:pic>
      <p:pic>
        <p:nvPicPr>
          <p:cNvPr id="21" name="Imagem 20">
            <a:extLst>
              <a:ext uri="{FF2B5EF4-FFF2-40B4-BE49-F238E27FC236}">
                <a16:creationId xmlns:a16="http://schemas.microsoft.com/office/drawing/2014/main" id="{1AD67718-77EA-4B69-8449-19186B143417}"/>
              </a:ext>
            </a:extLst>
          </p:cNvPr>
          <p:cNvPicPr/>
          <p:nvPr/>
        </p:nvPicPr>
        <p:blipFill>
          <a:blip r:embed="rId2">
            <a:extLst>
              <a:ext uri="{28A0092B-C50C-407E-A947-70E740481C1C}">
                <a14:useLocalDpi xmlns:a14="http://schemas.microsoft.com/office/drawing/2010/main" val="0"/>
              </a:ext>
            </a:extLst>
          </a:blip>
          <a:stretch>
            <a:fillRect/>
          </a:stretch>
        </p:blipFill>
        <p:spPr>
          <a:xfrm>
            <a:off x="4775377" y="7142147"/>
            <a:ext cx="593151" cy="322819"/>
          </a:xfrm>
          <a:prstGeom prst="rect">
            <a:avLst/>
          </a:prstGeom>
        </p:spPr>
      </p:pic>
      <p:sp>
        <p:nvSpPr>
          <p:cNvPr id="22" name="CaixaDeTexto 21">
            <a:extLst>
              <a:ext uri="{FF2B5EF4-FFF2-40B4-BE49-F238E27FC236}">
                <a16:creationId xmlns:a16="http://schemas.microsoft.com/office/drawing/2014/main" id="{8ABC8E75-CF25-4C71-A645-636D81179D6B}"/>
              </a:ext>
            </a:extLst>
          </p:cNvPr>
          <p:cNvSpPr txBox="1"/>
          <p:nvPr/>
        </p:nvSpPr>
        <p:spPr>
          <a:xfrm>
            <a:off x="278041" y="180231"/>
            <a:ext cx="4752528" cy="307777"/>
          </a:xfrm>
          <a:prstGeom prst="rect">
            <a:avLst/>
          </a:prstGeom>
          <a:noFill/>
        </p:spPr>
        <p:txBody>
          <a:bodyPr wrap="square" rtlCol="0">
            <a:spAutoFit/>
            <a:scene3d>
              <a:camera prst="orthographicFront"/>
              <a:lightRig rig="threePt" dir="t"/>
            </a:scene3d>
            <a:sp3d extrusionH="57150">
              <a:bevelT w="38100" h="38100"/>
            </a:sp3d>
          </a:bodyPr>
          <a:lstStyle>
            <a:defPPr>
              <a:defRPr lang="pt-BR"/>
            </a:defPPr>
            <a:lvl1pPr algn="ctr">
              <a:defRPr sz="2000">
                <a:latin typeface="Bookman Old Style" panose="02050604050505020204" pitchFamily="18" charset="0"/>
              </a:defRPr>
            </a:lvl1pPr>
          </a:lstStyle>
          <a:p>
            <a:pPr marL="0" marR="0" lvl="0" indent="0" algn="ctr" defTabSz="1043056" rtl="0" eaLnBrk="1" fontAlgn="auto" latinLnBrk="0" hangingPunct="1">
              <a:lnSpc>
                <a:spcPct val="100000"/>
              </a:lnSpc>
              <a:spcBef>
                <a:spcPts val="0"/>
              </a:spcBef>
              <a:spcAft>
                <a:spcPts val="0"/>
              </a:spcAft>
              <a:buClrTx/>
              <a:buSzTx/>
              <a:buFontTx/>
              <a:buNone/>
              <a:tabLst/>
              <a:defRPr/>
            </a:pPr>
            <a:r>
              <a:rPr kumimoji="0" lang="pt-BR" sz="1400" b="0" i="0" u="none" strike="noStrike" kern="1200" cap="none" spc="0" normalizeH="0" baseline="0" noProof="0" dirty="0">
                <a:ln>
                  <a:noFill/>
                </a:ln>
                <a:solidFill>
                  <a:prstClr val="black"/>
                </a:solidFill>
                <a:effectLst/>
                <a:uLnTx/>
                <a:uFillTx/>
                <a:latin typeface="Arial Black" panose="020B0A04020102020204" pitchFamily="34" charset="0"/>
                <a:ea typeface="+mn-ea"/>
                <a:cs typeface="+mn-cs"/>
              </a:rPr>
              <a:t>BEBEDOURO INDUSTRIAL</a:t>
            </a:r>
          </a:p>
        </p:txBody>
      </p:sp>
      <p:cxnSp>
        <p:nvCxnSpPr>
          <p:cNvPr id="24" name="Conector reto 23">
            <a:extLst>
              <a:ext uri="{FF2B5EF4-FFF2-40B4-BE49-F238E27FC236}">
                <a16:creationId xmlns:a16="http://schemas.microsoft.com/office/drawing/2014/main" id="{BBE67A95-AE29-4944-AA64-BDB665B83E47}"/>
              </a:ext>
            </a:extLst>
          </p:cNvPr>
          <p:cNvCxnSpPr/>
          <p:nvPr/>
        </p:nvCxnSpPr>
        <p:spPr>
          <a:xfrm>
            <a:off x="257536" y="149444"/>
            <a:ext cx="4845977" cy="0"/>
          </a:xfrm>
          <a:prstGeom prst="line">
            <a:avLst/>
          </a:prstGeom>
          <a:ln w="38100">
            <a:solidFill>
              <a:srgbClr val="002060"/>
            </a:solidFill>
          </a:ln>
        </p:spPr>
        <p:style>
          <a:lnRef idx="1">
            <a:schemeClr val="accent1"/>
          </a:lnRef>
          <a:fillRef idx="0">
            <a:schemeClr val="accent1"/>
          </a:fillRef>
          <a:effectRef idx="0">
            <a:schemeClr val="accent1"/>
          </a:effectRef>
          <a:fontRef idx="minor">
            <a:schemeClr val="tx1"/>
          </a:fontRef>
        </p:style>
      </p:cxnSp>
      <p:cxnSp>
        <p:nvCxnSpPr>
          <p:cNvPr id="25" name="Conector reto 24">
            <a:extLst>
              <a:ext uri="{FF2B5EF4-FFF2-40B4-BE49-F238E27FC236}">
                <a16:creationId xmlns:a16="http://schemas.microsoft.com/office/drawing/2014/main" id="{A8BA4762-4289-4BD1-A4C9-7AA34A5E7F82}"/>
              </a:ext>
            </a:extLst>
          </p:cNvPr>
          <p:cNvCxnSpPr/>
          <p:nvPr/>
        </p:nvCxnSpPr>
        <p:spPr>
          <a:xfrm>
            <a:off x="257536" y="479750"/>
            <a:ext cx="4845977" cy="0"/>
          </a:xfrm>
          <a:prstGeom prst="line">
            <a:avLst/>
          </a:prstGeom>
          <a:ln w="38100">
            <a:solidFill>
              <a:srgbClr val="002060"/>
            </a:solidFill>
          </a:ln>
        </p:spPr>
        <p:style>
          <a:lnRef idx="1">
            <a:schemeClr val="accent1"/>
          </a:lnRef>
          <a:fillRef idx="0">
            <a:schemeClr val="accent1"/>
          </a:fillRef>
          <a:effectRef idx="0">
            <a:schemeClr val="accent1"/>
          </a:effectRef>
          <a:fontRef idx="minor">
            <a:schemeClr val="tx1"/>
          </a:fontRef>
        </p:style>
      </p:cxnSp>
      <p:pic>
        <p:nvPicPr>
          <p:cNvPr id="28" name="Imagem 27">
            <a:extLst>
              <a:ext uri="{FF2B5EF4-FFF2-40B4-BE49-F238E27FC236}">
                <a16:creationId xmlns:a16="http://schemas.microsoft.com/office/drawing/2014/main" id="{AB468CC2-0EDB-475D-83C3-FDAE3F610FE4}"/>
              </a:ext>
            </a:extLst>
          </p:cNvPr>
          <p:cNvPicPr/>
          <p:nvPr/>
        </p:nvPicPr>
        <p:blipFill>
          <a:blip r:embed="rId2">
            <a:extLst>
              <a:ext uri="{28A0092B-C50C-407E-A947-70E740481C1C}">
                <a14:useLocalDpi xmlns:a14="http://schemas.microsoft.com/office/drawing/2010/main" val="0"/>
              </a:ext>
            </a:extLst>
          </a:blip>
          <a:stretch>
            <a:fillRect/>
          </a:stretch>
        </p:blipFill>
        <p:spPr>
          <a:xfrm>
            <a:off x="640094" y="7143846"/>
            <a:ext cx="593151" cy="322819"/>
          </a:xfrm>
          <a:prstGeom prst="rect">
            <a:avLst/>
          </a:prstGeom>
        </p:spPr>
      </p:pic>
      <p:pic>
        <p:nvPicPr>
          <p:cNvPr id="29" name="Imagem 28">
            <a:extLst>
              <a:ext uri="{FF2B5EF4-FFF2-40B4-BE49-F238E27FC236}">
                <a16:creationId xmlns:a16="http://schemas.microsoft.com/office/drawing/2014/main" id="{44AF7DE2-4123-4040-B34C-02F87C25B449}"/>
              </a:ext>
            </a:extLst>
          </p:cNvPr>
          <p:cNvPicPr/>
          <p:nvPr/>
        </p:nvPicPr>
        <p:blipFill>
          <a:blip r:embed="rId2">
            <a:extLst>
              <a:ext uri="{28A0092B-C50C-407E-A947-70E740481C1C}">
                <a14:useLocalDpi xmlns:a14="http://schemas.microsoft.com/office/drawing/2010/main" val="0"/>
              </a:ext>
            </a:extLst>
          </a:blip>
          <a:stretch>
            <a:fillRect/>
          </a:stretch>
        </p:blipFill>
        <p:spPr>
          <a:xfrm>
            <a:off x="1233245" y="7143190"/>
            <a:ext cx="593151" cy="322818"/>
          </a:xfrm>
          <a:prstGeom prst="rect">
            <a:avLst/>
          </a:prstGeom>
        </p:spPr>
      </p:pic>
      <p:pic>
        <p:nvPicPr>
          <p:cNvPr id="30" name="Imagem 29">
            <a:extLst>
              <a:ext uri="{FF2B5EF4-FFF2-40B4-BE49-F238E27FC236}">
                <a16:creationId xmlns:a16="http://schemas.microsoft.com/office/drawing/2014/main" id="{AF9AD81B-6B50-4654-9817-D8052C06F023}"/>
              </a:ext>
            </a:extLst>
          </p:cNvPr>
          <p:cNvPicPr/>
          <p:nvPr/>
        </p:nvPicPr>
        <p:blipFill>
          <a:blip r:embed="rId2">
            <a:extLst>
              <a:ext uri="{28A0092B-C50C-407E-A947-70E740481C1C}">
                <a14:useLocalDpi xmlns:a14="http://schemas.microsoft.com/office/drawing/2010/main" val="0"/>
              </a:ext>
            </a:extLst>
          </a:blip>
          <a:stretch>
            <a:fillRect/>
          </a:stretch>
        </p:blipFill>
        <p:spPr>
          <a:xfrm>
            <a:off x="1826396" y="7144913"/>
            <a:ext cx="593151" cy="322819"/>
          </a:xfrm>
          <a:prstGeom prst="rect">
            <a:avLst/>
          </a:prstGeom>
        </p:spPr>
      </p:pic>
      <p:pic>
        <p:nvPicPr>
          <p:cNvPr id="31" name="Imagem 30">
            <a:extLst>
              <a:ext uri="{FF2B5EF4-FFF2-40B4-BE49-F238E27FC236}">
                <a16:creationId xmlns:a16="http://schemas.microsoft.com/office/drawing/2014/main" id="{026580DC-7F4D-487A-AB9E-4EFED02BBF37}"/>
              </a:ext>
            </a:extLst>
          </p:cNvPr>
          <p:cNvPicPr/>
          <p:nvPr/>
        </p:nvPicPr>
        <p:blipFill>
          <a:blip r:embed="rId2">
            <a:extLst>
              <a:ext uri="{28A0092B-C50C-407E-A947-70E740481C1C}">
                <a14:useLocalDpi xmlns:a14="http://schemas.microsoft.com/office/drawing/2010/main" val="0"/>
              </a:ext>
            </a:extLst>
          </a:blip>
          <a:stretch>
            <a:fillRect/>
          </a:stretch>
        </p:blipFill>
        <p:spPr>
          <a:xfrm>
            <a:off x="2419547" y="7144913"/>
            <a:ext cx="593151" cy="322819"/>
          </a:xfrm>
          <a:prstGeom prst="rect">
            <a:avLst/>
          </a:prstGeom>
        </p:spPr>
      </p:pic>
      <p:pic>
        <p:nvPicPr>
          <p:cNvPr id="32" name="Imagem 31">
            <a:extLst>
              <a:ext uri="{FF2B5EF4-FFF2-40B4-BE49-F238E27FC236}">
                <a16:creationId xmlns:a16="http://schemas.microsoft.com/office/drawing/2014/main" id="{29624387-AA4C-43A1-9CA8-22853E2B2987}"/>
              </a:ext>
            </a:extLst>
          </p:cNvPr>
          <p:cNvPicPr/>
          <p:nvPr/>
        </p:nvPicPr>
        <p:blipFill>
          <a:blip r:embed="rId2">
            <a:extLst>
              <a:ext uri="{28A0092B-C50C-407E-A947-70E740481C1C}">
                <a14:useLocalDpi xmlns:a14="http://schemas.microsoft.com/office/drawing/2010/main" val="0"/>
              </a:ext>
            </a:extLst>
          </a:blip>
          <a:stretch>
            <a:fillRect/>
          </a:stretch>
        </p:blipFill>
        <p:spPr>
          <a:xfrm>
            <a:off x="3012698" y="7144537"/>
            <a:ext cx="593151" cy="322819"/>
          </a:xfrm>
          <a:prstGeom prst="rect">
            <a:avLst/>
          </a:prstGeom>
        </p:spPr>
      </p:pic>
      <p:pic>
        <p:nvPicPr>
          <p:cNvPr id="33" name="Imagem 32">
            <a:extLst>
              <a:ext uri="{FF2B5EF4-FFF2-40B4-BE49-F238E27FC236}">
                <a16:creationId xmlns:a16="http://schemas.microsoft.com/office/drawing/2014/main" id="{FFF6E3A2-542A-4267-9994-53B829B99D41}"/>
              </a:ext>
            </a:extLst>
          </p:cNvPr>
          <p:cNvPicPr/>
          <p:nvPr/>
        </p:nvPicPr>
        <p:blipFill>
          <a:blip r:embed="rId2">
            <a:extLst>
              <a:ext uri="{28A0092B-C50C-407E-A947-70E740481C1C}">
                <a14:useLocalDpi xmlns:a14="http://schemas.microsoft.com/office/drawing/2010/main" val="0"/>
              </a:ext>
            </a:extLst>
          </a:blip>
          <a:stretch>
            <a:fillRect/>
          </a:stretch>
        </p:blipFill>
        <p:spPr>
          <a:xfrm>
            <a:off x="3605849" y="7154192"/>
            <a:ext cx="593151" cy="322819"/>
          </a:xfrm>
          <a:prstGeom prst="rect">
            <a:avLst/>
          </a:prstGeom>
        </p:spPr>
      </p:pic>
      <p:pic>
        <p:nvPicPr>
          <p:cNvPr id="34" name="Imagem 33">
            <a:extLst>
              <a:ext uri="{FF2B5EF4-FFF2-40B4-BE49-F238E27FC236}">
                <a16:creationId xmlns:a16="http://schemas.microsoft.com/office/drawing/2014/main" id="{AA4A757A-4A7D-426B-AB91-DC7DB82FCB7C}"/>
              </a:ext>
            </a:extLst>
          </p:cNvPr>
          <p:cNvPicPr/>
          <p:nvPr/>
        </p:nvPicPr>
        <p:blipFill>
          <a:blip r:embed="rId2">
            <a:extLst>
              <a:ext uri="{28A0092B-C50C-407E-A947-70E740481C1C}">
                <a14:useLocalDpi xmlns:a14="http://schemas.microsoft.com/office/drawing/2010/main" val="0"/>
              </a:ext>
            </a:extLst>
          </a:blip>
          <a:stretch>
            <a:fillRect/>
          </a:stretch>
        </p:blipFill>
        <p:spPr>
          <a:xfrm>
            <a:off x="4199000" y="7153776"/>
            <a:ext cx="593151" cy="322819"/>
          </a:xfrm>
          <a:prstGeom prst="rect">
            <a:avLst/>
          </a:prstGeom>
        </p:spPr>
      </p:pic>
      <p:sp>
        <p:nvSpPr>
          <p:cNvPr id="35" name="CaixaDeTexto 34">
            <a:extLst>
              <a:ext uri="{FF2B5EF4-FFF2-40B4-BE49-F238E27FC236}">
                <a16:creationId xmlns:a16="http://schemas.microsoft.com/office/drawing/2014/main" id="{3DA44E89-8ADC-405B-BC43-7805133F2208}"/>
              </a:ext>
            </a:extLst>
          </p:cNvPr>
          <p:cNvSpPr txBox="1"/>
          <p:nvPr/>
        </p:nvSpPr>
        <p:spPr>
          <a:xfrm>
            <a:off x="2710644" y="5845376"/>
            <a:ext cx="2635893" cy="1015663"/>
          </a:xfrm>
          <a:prstGeom prst="rect">
            <a:avLst/>
          </a:prstGeom>
          <a:noFill/>
        </p:spPr>
        <p:txBody>
          <a:bodyPr wrap="square" rtlCol="0">
            <a:spAutoFit/>
          </a:bodyPr>
          <a:lstStyle/>
          <a:p>
            <a:pPr marL="0" marR="0" lvl="0" indent="0" algn="just" defTabSz="1043056" rtl="0" eaLnBrk="1" fontAlgn="auto" latinLnBrk="0" hangingPunct="1">
              <a:lnSpc>
                <a:spcPct val="100000"/>
              </a:lnSpc>
              <a:spcBef>
                <a:spcPts val="0"/>
              </a:spcBef>
              <a:spcAft>
                <a:spcPts val="0"/>
              </a:spcAft>
              <a:buClrTx/>
              <a:buSzTx/>
              <a:buFontTx/>
              <a:buNone/>
              <a:tabLst/>
              <a:defRPr/>
            </a:pPr>
            <a:r>
              <a:rPr kumimoji="0" lang="pt-BR" sz="1200" b="0" i="1" u="none" strike="noStrike" kern="1200" cap="none" spc="0" normalizeH="0" baseline="0" noProof="0" dirty="0">
                <a:ln>
                  <a:noFill/>
                </a:ln>
                <a:solidFill>
                  <a:prstClr val="black"/>
                </a:solidFill>
                <a:effectLst/>
                <a:uLnTx/>
                <a:uFillTx/>
                <a:latin typeface="Arial" panose="020B0604020202020204" pitchFamily="34" charset="0"/>
                <a:ea typeface="+mn-ea"/>
                <a:cs typeface="Arial" panose="020B0604020202020204" pitchFamily="34" charset="0"/>
              </a:rPr>
              <a:t>Parabéns pela sua nova aquisição! Para obter o máximo desempenho e garantir o perfeito funcionamento do seu produto, leia atentamente este manual. </a:t>
            </a:r>
          </a:p>
        </p:txBody>
      </p:sp>
      <p:sp>
        <p:nvSpPr>
          <p:cNvPr id="38" name="CaixaDeTexto 37">
            <a:extLst>
              <a:ext uri="{FF2B5EF4-FFF2-40B4-BE49-F238E27FC236}">
                <a16:creationId xmlns:a16="http://schemas.microsoft.com/office/drawing/2014/main" id="{C2BA3E30-13DD-4F4E-A031-13E6899E223B}"/>
              </a:ext>
            </a:extLst>
          </p:cNvPr>
          <p:cNvSpPr txBox="1"/>
          <p:nvPr/>
        </p:nvSpPr>
        <p:spPr>
          <a:xfrm>
            <a:off x="2898105" y="4354841"/>
            <a:ext cx="3957059" cy="1061829"/>
          </a:xfrm>
          <a:prstGeom prst="rect">
            <a:avLst/>
          </a:prstGeom>
          <a:noFill/>
        </p:spPr>
        <p:txBody>
          <a:bodyPr wrap="square" rtlCol="0">
            <a:spAutoFit/>
          </a:bodyPr>
          <a:lstStyle/>
          <a:p>
            <a:pPr marL="342900" marR="0" lvl="0" indent="-342900" algn="l" defTabSz="1043056" rtl="0" eaLnBrk="1" fontAlgn="auto" latinLnBrk="0" hangingPunct="1">
              <a:lnSpc>
                <a:spcPct val="100000"/>
              </a:lnSpc>
              <a:spcBef>
                <a:spcPts val="0"/>
              </a:spcBef>
              <a:spcAft>
                <a:spcPts val="0"/>
              </a:spcAft>
              <a:buClrTx/>
              <a:buSzTx/>
              <a:buFont typeface="Wingdings" panose="05000000000000000000" pitchFamily="2" charset="2"/>
              <a:buChar char="ü"/>
              <a:tabLst/>
              <a:defRPr/>
            </a:pPr>
            <a:r>
              <a:rPr kumimoji="0" lang="pt-BR" sz="2100" b="1" i="0" u="none" strike="noStrike" kern="1200" cap="none" spc="0" normalizeH="0" baseline="0" noProof="0" dirty="0">
                <a:ln>
                  <a:noFill/>
                </a:ln>
                <a:solidFill>
                  <a:prstClr val="black"/>
                </a:solidFill>
                <a:effectLst/>
                <a:uLnTx/>
                <a:uFillTx/>
                <a:latin typeface="Arial" panose="020B0604020202020204" pitchFamily="34" charset="0"/>
                <a:ea typeface="+mn-ea"/>
                <a:cs typeface="Arial" panose="020B0604020202020204" pitchFamily="34" charset="0"/>
              </a:rPr>
              <a:t>Instruções</a:t>
            </a:r>
          </a:p>
          <a:p>
            <a:pPr marL="342900" marR="0" lvl="0" indent="-342900" algn="l" defTabSz="1043056" rtl="0" eaLnBrk="1" fontAlgn="auto" latinLnBrk="0" hangingPunct="1">
              <a:lnSpc>
                <a:spcPct val="100000"/>
              </a:lnSpc>
              <a:spcBef>
                <a:spcPts val="0"/>
              </a:spcBef>
              <a:spcAft>
                <a:spcPts val="0"/>
              </a:spcAft>
              <a:buClrTx/>
              <a:buSzTx/>
              <a:buFont typeface="Wingdings" panose="05000000000000000000" pitchFamily="2" charset="2"/>
              <a:buChar char="ü"/>
              <a:tabLst/>
              <a:defRPr/>
            </a:pPr>
            <a:r>
              <a:rPr kumimoji="0" lang="pt-BR" sz="2100" b="1" i="0" u="none" strike="noStrike" kern="1200" cap="none" spc="0" normalizeH="0" baseline="0" noProof="0" dirty="0">
                <a:ln>
                  <a:noFill/>
                </a:ln>
                <a:solidFill>
                  <a:prstClr val="black"/>
                </a:solidFill>
                <a:effectLst/>
                <a:uLnTx/>
                <a:uFillTx/>
                <a:latin typeface="Arial" panose="020B0604020202020204" pitchFamily="34" charset="0"/>
                <a:ea typeface="+mn-ea"/>
                <a:cs typeface="Arial" panose="020B0604020202020204" pitchFamily="34" charset="0"/>
              </a:rPr>
              <a:t>Especificações</a:t>
            </a:r>
          </a:p>
          <a:p>
            <a:pPr marL="342900" marR="0" lvl="0" indent="-342900" algn="l" defTabSz="1043056" rtl="0" eaLnBrk="1" fontAlgn="auto" latinLnBrk="0" hangingPunct="1">
              <a:lnSpc>
                <a:spcPct val="100000"/>
              </a:lnSpc>
              <a:spcBef>
                <a:spcPts val="0"/>
              </a:spcBef>
              <a:spcAft>
                <a:spcPts val="0"/>
              </a:spcAft>
              <a:buClrTx/>
              <a:buSzTx/>
              <a:buFont typeface="Wingdings" panose="05000000000000000000" pitchFamily="2" charset="2"/>
              <a:buChar char="ü"/>
              <a:tabLst/>
              <a:defRPr/>
            </a:pPr>
            <a:r>
              <a:rPr kumimoji="0" lang="pt-BR" sz="2100" b="1" i="0" u="none" strike="noStrike" kern="1200" cap="none" spc="0" normalizeH="0" baseline="0" noProof="0" dirty="0">
                <a:ln>
                  <a:noFill/>
                </a:ln>
                <a:solidFill>
                  <a:prstClr val="black"/>
                </a:solidFill>
                <a:effectLst/>
                <a:uLnTx/>
                <a:uFillTx/>
                <a:latin typeface="Arial" panose="020B0604020202020204" pitchFamily="34" charset="0"/>
                <a:ea typeface="+mn-ea"/>
                <a:cs typeface="Arial" panose="020B0604020202020204" pitchFamily="34" charset="0"/>
              </a:rPr>
              <a:t>Garantia</a:t>
            </a:r>
          </a:p>
        </p:txBody>
      </p:sp>
      <p:cxnSp>
        <p:nvCxnSpPr>
          <p:cNvPr id="39" name="Conector reto 38">
            <a:extLst>
              <a:ext uri="{FF2B5EF4-FFF2-40B4-BE49-F238E27FC236}">
                <a16:creationId xmlns:a16="http://schemas.microsoft.com/office/drawing/2014/main" id="{4AEE42CB-E904-4AC5-AA3E-D7782FA2737D}"/>
              </a:ext>
            </a:extLst>
          </p:cNvPr>
          <p:cNvCxnSpPr>
            <a:cxnSpLocks/>
          </p:cNvCxnSpPr>
          <p:nvPr/>
        </p:nvCxnSpPr>
        <p:spPr>
          <a:xfrm>
            <a:off x="22168" y="7120138"/>
            <a:ext cx="5324209" cy="5041"/>
          </a:xfrm>
          <a:prstGeom prst="line">
            <a:avLst/>
          </a:prstGeom>
          <a:ln w="38100">
            <a:solidFill>
              <a:srgbClr val="002060"/>
            </a:solidFill>
          </a:ln>
        </p:spPr>
        <p:style>
          <a:lnRef idx="1">
            <a:schemeClr val="accent1"/>
          </a:lnRef>
          <a:fillRef idx="0">
            <a:schemeClr val="accent1"/>
          </a:fillRef>
          <a:effectRef idx="0">
            <a:schemeClr val="accent1"/>
          </a:effectRef>
          <a:fontRef idx="minor">
            <a:schemeClr val="tx1"/>
          </a:fontRef>
        </p:style>
      </p:cxnSp>
      <p:cxnSp>
        <p:nvCxnSpPr>
          <p:cNvPr id="40" name="Conector reto 39">
            <a:extLst>
              <a:ext uri="{FF2B5EF4-FFF2-40B4-BE49-F238E27FC236}">
                <a16:creationId xmlns:a16="http://schemas.microsoft.com/office/drawing/2014/main" id="{D1A94368-DA36-4C81-BE02-0EE994E17007}"/>
              </a:ext>
            </a:extLst>
          </p:cNvPr>
          <p:cNvCxnSpPr>
            <a:cxnSpLocks/>
          </p:cNvCxnSpPr>
          <p:nvPr/>
        </p:nvCxnSpPr>
        <p:spPr>
          <a:xfrm>
            <a:off x="15655" y="7453039"/>
            <a:ext cx="5308731" cy="16353"/>
          </a:xfrm>
          <a:prstGeom prst="line">
            <a:avLst/>
          </a:prstGeom>
          <a:ln w="38100">
            <a:solidFill>
              <a:srgbClr val="002060"/>
            </a:solidFill>
          </a:ln>
        </p:spPr>
        <p:style>
          <a:lnRef idx="1">
            <a:schemeClr val="accent1"/>
          </a:lnRef>
          <a:fillRef idx="0">
            <a:schemeClr val="accent1"/>
          </a:fillRef>
          <a:effectRef idx="0">
            <a:schemeClr val="accent1"/>
          </a:effectRef>
          <a:fontRef idx="minor">
            <a:schemeClr val="tx1"/>
          </a:fontRef>
        </p:style>
      </p:cxnSp>
      <p:sp>
        <p:nvSpPr>
          <p:cNvPr id="36" name="CaixaDeTexto 35">
            <a:extLst>
              <a:ext uri="{FF2B5EF4-FFF2-40B4-BE49-F238E27FC236}">
                <a16:creationId xmlns:a16="http://schemas.microsoft.com/office/drawing/2014/main" id="{9B749E2D-8203-44DF-AA18-08BCA5AF3052}"/>
              </a:ext>
            </a:extLst>
          </p:cNvPr>
          <p:cNvSpPr txBox="1"/>
          <p:nvPr/>
        </p:nvSpPr>
        <p:spPr>
          <a:xfrm>
            <a:off x="516662" y="1859829"/>
            <a:ext cx="4476385" cy="870366"/>
          </a:xfrm>
          <a:prstGeom prst="rect">
            <a:avLst/>
          </a:prstGeom>
          <a:noFill/>
        </p:spPr>
        <p:txBody>
          <a:bodyPr wrap="square" rtlCol="0">
            <a:spAutoFit/>
          </a:bodyPr>
          <a:lstStyle/>
          <a:p>
            <a:pPr algn="ctr">
              <a:defRPr/>
            </a:pPr>
            <a:r>
              <a:rPr lang="pt-BR" sz="2528" dirty="0">
                <a:ln w="19050">
                  <a:solidFill>
                    <a:srgbClr val="002060"/>
                  </a:solidFill>
                </a:ln>
                <a:solidFill>
                  <a:schemeClr val="bg1"/>
                </a:solidFill>
                <a:effectLst>
                  <a:outerShdw blurRad="38100" dist="19050" dir="2700000" algn="tl" rotWithShape="0">
                    <a:schemeClr val="dk1">
                      <a:alpha val="40000"/>
                    </a:schemeClr>
                  </a:outerShdw>
                </a:effectLst>
                <a:latin typeface="Arial Black" panose="020B0A04020102020204" pitchFamily="34" charset="0"/>
              </a:rPr>
              <a:t>Manual</a:t>
            </a:r>
            <a:r>
              <a:rPr lang="pt-BR" sz="2528" dirty="0">
                <a:ln w="19050">
                  <a:solidFill>
                    <a:srgbClr val="002060"/>
                  </a:solidFill>
                </a:ln>
                <a:solidFill>
                  <a:schemeClr val="bg1"/>
                </a:solidFill>
                <a:effectLst>
                  <a:outerShdw blurRad="38100" dist="19050" dir="2700000" algn="tl" rotWithShape="0">
                    <a:schemeClr val="dk1">
                      <a:alpha val="40000"/>
                    </a:schemeClr>
                  </a:outerShdw>
                </a:effectLst>
                <a:latin typeface="Calibri"/>
              </a:rPr>
              <a:t> </a:t>
            </a:r>
          </a:p>
          <a:p>
            <a:pPr algn="ctr">
              <a:defRPr/>
            </a:pPr>
            <a:r>
              <a:rPr lang="pt-BR" sz="2528" dirty="0">
                <a:ln w="19050">
                  <a:solidFill>
                    <a:srgbClr val="002060"/>
                  </a:solidFill>
                </a:ln>
                <a:solidFill>
                  <a:schemeClr val="bg1"/>
                </a:solidFill>
                <a:effectLst>
                  <a:outerShdw blurRad="38100" dist="19050" dir="2700000" algn="tl" rotWithShape="0">
                    <a:schemeClr val="dk1">
                      <a:alpha val="40000"/>
                    </a:schemeClr>
                  </a:outerShdw>
                </a:effectLst>
                <a:latin typeface="Arial Black" panose="020B0A04020102020204" pitchFamily="34" charset="0"/>
              </a:rPr>
              <a:t>do usuário</a:t>
            </a:r>
          </a:p>
        </p:txBody>
      </p:sp>
      <p:sp>
        <p:nvSpPr>
          <p:cNvPr id="42" name="Lua 41">
            <a:extLst>
              <a:ext uri="{FF2B5EF4-FFF2-40B4-BE49-F238E27FC236}">
                <a16:creationId xmlns:a16="http://schemas.microsoft.com/office/drawing/2014/main" id="{471AE0D5-434D-4822-9A16-21EE8817F296}"/>
              </a:ext>
            </a:extLst>
          </p:cNvPr>
          <p:cNvSpPr/>
          <p:nvPr/>
        </p:nvSpPr>
        <p:spPr>
          <a:xfrm flipH="1">
            <a:off x="2131158" y="1774091"/>
            <a:ext cx="2716342" cy="1346090"/>
          </a:xfrm>
          <a:prstGeom prst="moon">
            <a:avLst>
              <a:gd name="adj" fmla="val 21283"/>
            </a:avLst>
          </a:prstGeom>
          <a:gradFill>
            <a:gsLst>
              <a:gs pos="19000">
                <a:srgbClr val="00B0F0"/>
              </a:gs>
              <a:gs pos="52000">
                <a:schemeClr val="bg1"/>
              </a:gs>
              <a:gs pos="86000">
                <a:srgbClr val="00B0F0"/>
              </a:gs>
            </a:gsLst>
            <a:lin ang="5400000" scaled="1"/>
          </a:gradFill>
          <a:ln cap="rnd">
            <a:solidFill>
              <a:srgbClr val="FFFF00"/>
            </a:solidFill>
            <a:round/>
          </a:ln>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square" lIns="66040" tIns="33020" rIns="66040" bIns="33020" numCol="1" spcCol="0" rtlCol="0" fromWordArt="0" anchor="ctr" anchorCtr="0" forceAA="0" compatLnSpc="1">
            <a:prstTxWarp prst="textNoShape">
              <a:avLst/>
            </a:prstTxWarp>
            <a:noAutofit/>
            <a:scene3d>
              <a:camera prst="orthographicFront"/>
              <a:lightRig rig="threePt" dir="t"/>
            </a:scene3d>
            <a:sp3d extrusionH="57150">
              <a:bevelT w="38100" h="38100" prst="slope"/>
            </a:sp3d>
          </a:bodyPr>
          <a:lstStyle/>
          <a:p>
            <a:pPr algn="ctr"/>
            <a:endParaRPr lang="pt-BR" sz="1441">
              <a:solidFill>
                <a:prstClr val="white"/>
              </a:solidFill>
              <a:latin typeface="Calibri"/>
            </a:endParaRPr>
          </a:p>
        </p:txBody>
      </p:sp>
      <p:sp>
        <p:nvSpPr>
          <p:cNvPr id="44" name="Lua 43">
            <a:extLst>
              <a:ext uri="{FF2B5EF4-FFF2-40B4-BE49-F238E27FC236}">
                <a16:creationId xmlns:a16="http://schemas.microsoft.com/office/drawing/2014/main" id="{92C25E33-C89F-4FD2-AC89-7D352C64B549}"/>
              </a:ext>
            </a:extLst>
          </p:cNvPr>
          <p:cNvSpPr/>
          <p:nvPr/>
        </p:nvSpPr>
        <p:spPr>
          <a:xfrm>
            <a:off x="703797" y="1591798"/>
            <a:ext cx="2716341" cy="1346091"/>
          </a:xfrm>
          <a:prstGeom prst="moon">
            <a:avLst>
              <a:gd name="adj" fmla="val 20511"/>
            </a:avLst>
          </a:prstGeom>
          <a:gradFill>
            <a:gsLst>
              <a:gs pos="19000">
                <a:srgbClr val="00B0F0"/>
              </a:gs>
              <a:gs pos="52000">
                <a:schemeClr val="bg1"/>
              </a:gs>
              <a:gs pos="86000">
                <a:srgbClr val="00B0F0"/>
              </a:gs>
            </a:gsLst>
            <a:lin ang="5400000" scaled="1"/>
          </a:gradFill>
          <a:ln cap="rnd">
            <a:solidFill>
              <a:srgbClr val="FFFF00"/>
            </a:solidFill>
            <a:round/>
          </a:ln>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square" lIns="66040" tIns="33020" rIns="66040" bIns="33020" numCol="1" spcCol="0" rtlCol="0" fromWordArt="0" anchor="ctr" anchorCtr="0" forceAA="0" compatLnSpc="1">
            <a:prstTxWarp prst="textNoShape">
              <a:avLst/>
            </a:prstTxWarp>
            <a:noAutofit/>
            <a:scene3d>
              <a:camera prst="orthographicFront"/>
              <a:lightRig rig="threePt" dir="t"/>
            </a:scene3d>
            <a:sp3d extrusionH="57150">
              <a:bevelT w="38100" h="38100" prst="slope"/>
            </a:sp3d>
          </a:bodyPr>
          <a:lstStyle/>
          <a:p>
            <a:pPr algn="ctr"/>
            <a:endParaRPr lang="pt-BR" sz="1441">
              <a:solidFill>
                <a:prstClr val="white"/>
              </a:solidFill>
              <a:latin typeface="Calibri"/>
            </a:endParaRPr>
          </a:p>
        </p:txBody>
      </p:sp>
    </p:spTree>
    <p:extLst>
      <p:ext uri="{BB962C8B-B14F-4D97-AF65-F5344CB8AC3E}">
        <p14:creationId xmlns:p14="http://schemas.microsoft.com/office/powerpoint/2010/main" val="41770308"/>
      </p:ext>
    </p:extLst>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7" name="CaixaDeTexto 6">
            <a:extLst>
              <a:ext uri="{FF2B5EF4-FFF2-40B4-BE49-F238E27FC236}">
                <a16:creationId xmlns:a16="http://schemas.microsoft.com/office/drawing/2014/main" id="{830B509D-C0C4-4160-83FA-DA2F0DBDECAD}"/>
              </a:ext>
            </a:extLst>
          </p:cNvPr>
          <p:cNvSpPr txBox="1"/>
          <p:nvPr/>
        </p:nvSpPr>
        <p:spPr>
          <a:xfrm>
            <a:off x="161801" y="544949"/>
            <a:ext cx="5040560" cy="1600438"/>
          </a:xfrm>
          <a:prstGeom prst="rect">
            <a:avLst/>
          </a:prstGeom>
          <a:noFill/>
        </p:spPr>
        <p:txBody>
          <a:bodyPr wrap="square" rtlCol="0">
            <a:spAutoFit/>
          </a:bodyPr>
          <a:lstStyle/>
          <a:p>
            <a:pPr algn="just"/>
            <a:r>
              <a:rPr lang="pt-BR" sz="1000" dirty="0">
                <a:latin typeface="Arial" panose="020B0604020202020204" pitchFamily="34" charset="0"/>
                <a:cs typeface="Arial" panose="020B0604020202020204" pitchFamily="34" charset="0"/>
              </a:rPr>
              <a:t>Caro Cliente,</a:t>
            </a:r>
          </a:p>
          <a:p>
            <a:pPr algn="just"/>
            <a:r>
              <a:rPr lang="pt-BR" sz="1000" dirty="0">
                <a:latin typeface="Arial" panose="020B0604020202020204" pitchFamily="34" charset="0"/>
                <a:cs typeface="Arial" panose="020B0604020202020204" pitchFamily="34" charset="0"/>
              </a:rPr>
              <a:t>Parabéns por sua escolha</a:t>
            </a:r>
          </a:p>
          <a:p>
            <a:pPr algn="just"/>
            <a:endParaRPr lang="pt-BR" sz="1000" dirty="0">
              <a:latin typeface="Arial" panose="020B0604020202020204" pitchFamily="34" charset="0"/>
              <a:cs typeface="Arial" panose="020B0604020202020204" pitchFamily="34" charset="0"/>
            </a:endParaRPr>
          </a:p>
          <a:p>
            <a:pPr algn="just"/>
            <a:r>
              <a:rPr lang="pt-BR" sz="1000" dirty="0">
                <a:latin typeface="Arial" panose="020B0604020202020204" pitchFamily="34" charset="0"/>
                <a:cs typeface="Arial" panose="020B0604020202020204" pitchFamily="34" charset="0"/>
              </a:rPr>
              <a:t>O produto que você comprou leva a marca de um dos maiores fabricantes de equipamentos para lanchonetes, bares, restaurante, industrias, etc., e é a melhor garantia que você tem de estar adquirindo um produto moderno e que vai satisfazer plenamente as suas necessidades. Os produtos SÒ AÇO são fabricados utilizando se dos melhores materiais existentes no mercado e conta com a tecnologia mais avançada no ramo de refrigeração comercial do pais. </a:t>
            </a:r>
            <a:endParaRPr lang="pt-BR" sz="1000" dirty="0"/>
          </a:p>
          <a:p>
            <a:pPr algn="just"/>
            <a:r>
              <a:rPr lang="pt-BR" sz="800" dirty="0"/>
              <a:t> </a:t>
            </a:r>
          </a:p>
        </p:txBody>
      </p:sp>
      <p:sp>
        <p:nvSpPr>
          <p:cNvPr id="8" name="CaixaDeTexto 7">
            <a:extLst>
              <a:ext uri="{FF2B5EF4-FFF2-40B4-BE49-F238E27FC236}">
                <a16:creationId xmlns:a16="http://schemas.microsoft.com/office/drawing/2014/main" id="{68D55697-2B46-4B29-B96B-8BE932CFF598}"/>
              </a:ext>
            </a:extLst>
          </p:cNvPr>
          <p:cNvSpPr txBox="1"/>
          <p:nvPr/>
        </p:nvSpPr>
        <p:spPr>
          <a:xfrm>
            <a:off x="161801" y="2313857"/>
            <a:ext cx="5040560" cy="715581"/>
          </a:xfrm>
          <a:prstGeom prst="rect">
            <a:avLst/>
          </a:prstGeom>
          <a:noFill/>
        </p:spPr>
        <p:txBody>
          <a:bodyPr wrap="square" rtlCol="0">
            <a:spAutoFit/>
          </a:bodyPr>
          <a:lstStyle/>
          <a:p>
            <a:pPr algn="just"/>
            <a:r>
              <a:rPr lang="pt-BR" sz="1050" b="1" dirty="0"/>
              <a:t>NOTA: </a:t>
            </a:r>
            <a:r>
              <a:rPr lang="pt-BR" sz="1000" i="1" dirty="0"/>
              <a:t>Guarde a </a:t>
            </a:r>
            <a:r>
              <a:rPr lang="pt-BR" sz="1000" i="1" u="sng" dirty="0"/>
              <a:t>nota fiscal </a:t>
            </a:r>
            <a:r>
              <a:rPr lang="pt-BR" sz="1000" i="1" dirty="0"/>
              <a:t>de compra; ela será necessária caso precise utilizar os serviços da Assistência Técnica Só Aço no período de garantia. Também não remova a etiqueta de identificação do produto. Nela constam informações imprescindíveis em caso de necessidade de reparos. </a:t>
            </a:r>
          </a:p>
        </p:txBody>
      </p:sp>
      <p:sp>
        <p:nvSpPr>
          <p:cNvPr id="9" name="Retângulo 8">
            <a:extLst>
              <a:ext uri="{FF2B5EF4-FFF2-40B4-BE49-F238E27FC236}">
                <a16:creationId xmlns:a16="http://schemas.microsoft.com/office/drawing/2014/main" id="{CD107282-333D-4746-982F-87E1388086CA}"/>
              </a:ext>
            </a:extLst>
          </p:cNvPr>
          <p:cNvSpPr/>
          <p:nvPr/>
        </p:nvSpPr>
        <p:spPr>
          <a:xfrm>
            <a:off x="144089" y="3564607"/>
            <a:ext cx="5130280" cy="216024"/>
          </a:xfrm>
          <a:prstGeom prst="rect">
            <a:avLst/>
          </a:prstGeom>
          <a:solidFill>
            <a:schemeClr val="bg1">
              <a:lumMod val="85000"/>
            </a:schemeClr>
          </a:solidFill>
          <a:ln>
            <a:solidFill>
              <a:schemeClr val="bg1">
                <a:lumMod val="85000"/>
              </a:schemeClr>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pt-BR" sz="1100" b="1" dirty="0">
                <a:solidFill>
                  <a:schemeClr val="tx1"/>
                </a:solidFill>
              </a:rPr>
              <a:t>Índice</a:t>
            </a:r>
          </a:p>
        </p:txBody>
      </p:sp>
      <p:graphicFrame>
        <p:nvGraphicFramePr>
          <p:cNvPr id="10" name="Tabela 9"/>
          <p:cNvGraphicFramePr>
            <a:graphicFrameLocks noGrp="1"/>
          </p:cNvGraphicFramePr>
          <p:nvPr>
            <p:extLst>
              <p:ext uri="{D42A27DB-BD31-4B8C-83A1-F6EECF244321}">
                <p14:modId xmlns:p14="http://schemas.microsoft.com/office/powerpoint/2010/main" val="276310630"/>
              </p:ext>
            </p:extLst>
          </p:nvPr>
        </p:nvGraphicFramePr>
        <p:xfrm>
          <a:off x="97413" y="3852639"/>
          <a:ext cx="5130280" cy="1691640"/>
        </p:xfrm>
        <a:graphic>
          <a:graphicData uri="http://schemas.openxmlformats.org/drawingml/2006/table">
            <a:tbl>
              <a:tblPr firstRow="1" bandRow="1">
                <a:tableStyleId>{5940675A-B579-460E-94D1-54222C63F5DA}</a:tableStyleId>
              </a:tblPr>
              <a:tblGrid>
                <a:gridCol w="4770240">
                  <a:extLst>
                    <a:ext uri="{9D8B030D-6E8A-4147-A177-3AD203B41FA5}">
                      <a16:colId xmlns:a16="http://schemas.microsoft.com/office/drawing/2014/main" val="20000"/>
                    </a:ext>
                  </a:extLst>
                </a:gridCol>
                <a:gridCol w="360040">
                  <a:extLst>
                    <a:ext uri="{9D8B030D-6E8A-4147-A177-3AD203B41FA5}">
                      <a16:colId xmlns:a16="http://schemas.microsoft.com/office/drawing/2014/main" val="20001"/>
                    </a:ext>
                  </a:extLst>
                </a:gridCol>
              </a:tblGrid>
              <a:tr h="370840">
                <a:tc>
                  <a:txBody>
                    <a:bodyPr/>
                    <a:lstStyle/>
                    <a:p>
                      <a:r>
                        <a:rPr lang="pt-BR" sz="700" dirty="0">
                          <a:latin typeface="Arial" panose="020B0604020202020204" pitchFamily="34" charset="0"/>
                          <a:cs typeface="Arial" panose="020B0604020202020204" pitchFamily="34" charset="0"/>
                        </a:rPr>
                        <a:t>INTRODUÇÃO.............................................................................................................................................................</a:t>
                      </a:r>
                    </a:p>
                    <a:p>
                      <a:r>
                        <a:rPr lang="pt-BR" sz="700" dirty="0">
                          <a:latin typeface="Arial" panose="020B0604020202020204" pitchFamily="34" charset="0"/>
                          <a:cs typeface="Arial" panose="020B0604020202020204" pitchFamily="34" charset="0"/>
                        </a:rPr>
                        <a:t>INSTRUÇÃO</a:t>
                      </a:r>
                      <a:r>
                        <a:rPr lang="pt-BR" sz="700" baseline="0" dirty="0">
                          <a:latin typeface="Arial" panose="020B0604020202020204" pitchFamily="34" charset="0"/>
                          <a:cs typeface="Arial" panose="020B0604020202020204" pitchFamily="34" charset="0"/>
                        </a:rPr>
                        <a:t> DE SEGURAÇA.....................................................................................................................................</a:t>
                      </a:r>
                    </a:p>
                    <a:p>
                      <a:r>
                        <a:rPr lang="pt-BR" sz="700" baseline="0" dirty="0">
                          <a:latin typeface="Arial" panose="020B0604020202020204" pitchFamily="34" charset="0"/>
                          <a:cs typeface="Arial" panose="020B0604020202020204" pitchFamily="34" charset="0"/>
                        </a:rPr>
                        <a:t>BEBEDOURO.............................................................................................................................................................</a:t>
                      </a:r>
                    </a:p>
                    <a:p>
                      <a:r>
                        <a:rPr lang="pt-BR" sz="700" baseline="0" dirty="0">
                          <a:latin typeface="Arial" panose="020B0604020202020204" pitchFamily="34" charset="0"/>
                          <a:cs typeface="Arial" panose="020B0604020202020204" pitchFamily="34" charset="0"/>
                        </a:rPr>
                        <a:t>EMBALAGEM..............................................................................................................................................................</a:t>
                      </a:r>
                    </a:p>
                    <a:p>
                      <a:r>
                        <a:rPr lang="pt-BR" sz="700" baseline="0" dirty="0">
                          <a:latin typeface="Arial" panose="020B0604020202020204" pitchFamily="34" charset="0"/>
                          <a:cs typeface="Arial" panose="020B0604020202020204" pitchFamily="34" charset="0"/>
                        </a:rPr>
                        <a:t>PRÉ-INSTALAÇÃO......................................................................................................................................................</a:t>
                      </a:r>
                    </a:p>
                    <a:p>
                      <a:r>
                        <a:rPr lang="pt-BR" sz="700" baseline="0" dirty="0">
                          <a:latin typeface="Arial" panose="020B0604020202020204" pitchFamily="34" charset="0"/>
                          <a:cs typeface="Arial" panose="020B0604020202020204" pitchFamily="34" charset="0"/>
                        </a:rPr>
                        <a:t>INSTALAÇÃO..............................................................................................................................................................</a:t>
                      </a:r>
                    </a:p>
                    <a:p>
                      <a:r>
                        <a:rPr lang="pt-BR" sz="700" baseline="0" dirty="0">
                          <a:latin typeface="Arial" panose="020B0604020202020204" pitchFamily="34" charset="0"/>
                          <a:cs typeface="Arial" panose="020B0604020202020204" pitchFamily="34" charset="0"/>
                        </a:rPr>
                        <a:t>CUIDADOS..................................................................................................................................................................</a:t>
                      </a:r>
                    </a:p>
                    <a:p>
                      <a:r>
                        <a:rPr lang="pt-BR" sz="700" baseline="0" dirty="0">
                          <a:latin typeface="Arial" panose="020B0604020202020204" pitchFamily="34" charset="0"/>
                          <a:cs typeface="Arial" panose="020B0604020202020204" pitchFamily="34" charset="0"/>
                        </a:rPr>
                        <a:t>SEGURANÇA..............................................................................................................................................................</a:t>
                      </a:r>
                    </a:p>
                    <a:p>
                      <a:r>
                        <a:rPr lang="pt-BR" sz="700" baseline="0" dirty="0">
                          <a:latin typeface="Arial" panose="020B0604020202020204" pitchFamily="34" charset="0"/>
                          <a:cs typeface="Arial" panose="020B0604020202020204" pitchFamily="34" charset="0"/>
                        </a:rPr>
                        <a:t>FUNCIONAMENTO E UTILIZAÇÃO............................................................................................................................</a:t>
                      </a:r>
                    </a:p>
                    <a:p>
                      <a:r>
                        <a:rPr lang="pt-BR" sz="700" baseline="0" dirty="0">
                          <a:latin typeface="Arial" panose="020B0604020202020204" pitchFamily="34" charset="0"/>
                          <a:cs typeface="Arial" panose="020B0604020202020204" pitchFamily="34" charset="0"/>
                        </a:rPr>
                        <a:t>ATERRAMENTO.........................................................................................................................................................</a:t>
                      </a:r>
                    </a:p>
                    <a:p>
                      <a:r>
                        <a:rPr lang="pt-BR" sz="700" baseline="0" dirty="0">
                          <a:latin typeface="Arial" panose="020B0604020202020204" pitchFamily="34" charset="0"/>
                          <a:cs typeface="Arial" panose="020B0604020202020204" pitchFamily="34" charset="0"/>
                        </a:rPr>
                        <a:t>LIMPEZA.....................................................................................................................................................................</a:t>
                      </a:r>
                    </a:p>
                    <a:p>
                      <a:r>
                        <a:rPr lang="pt-BR" sz="700" baseline="0" dirty="0">
                          <a:latin typeface="Arial" panose="020B0604020202020204" pitchFamily="34" charset="0"/>
                          <a:cs typeface="Arial" panose="020B0604020202020204" pitchFamily="34" charset="0"/>
                        </a:rPr>
                        <a:t>TERMO DE GARANTIA...............................................................................................................................................</a:t>
                      </a:r>
                    </a:p>
                    <a:p>
                      <a:r>
                        <a:rPr lang="pt-BR" sz="700" baseline="0" dirty="0">
                          <a:latin typeface="Arial" panose="020B0604020202020204" pitchFamily="34" charset="0"/>
                          <a:cs typeface="Arial" panose="020B0604020202020204" pitchFamily="34" charset="0"/>
                        </a:rPr>
                        <a:t>DADOS DA NOTA FISCA............................................................................................................................................</a:t>
                      </a:r>
                    </a:p>
                    <a:p>
                      <a:r>
                        <a:rPr lang="pt-BR" sz="700" baseline="0" dirty="0">
                          <a:latin typeface="Arial" panose="020B0604020202020204" pitchFamily="34" charset="0"/>
                          <a:cs typeface="Arial" panose="020B0604020202020204" pitchFamily="34" charset="0"/>
                        </a:rPr>
                        <a:t>ASSISTÊNCIA TÉCNICA.............................................................................................................................................</a:t>
                      </a:r>
                    </a:p>
                    <a:p>
                      <a:r>
                        <a:rPr lang="pt-BR" sz="700" baseline="0" dirty="0">
                          <a:latin typeface="Arial" panose="020B0604020202020204" pitchFamily="34" charset="0"/>
                          <a:cs typeface="Arial" panose="020B0604020202020204" pitchFamily="34" charset="0"/>
                        </a:rPr>
                        <a:t>CERTIFICADO DE GARANTIA....................................................................................................................................</a:t>
                      </a:r>
                    </a:p>
                  </a:txBody>
                  <a:tcPr>
                    <a:lnL w="12700" cap="flat" cmpd="sng" algn="ctr">
                      <a:noFill/>
                      <a:prstDash val="solid"/>
                      <a:round/>
                      <a:headEnd type="none" w="med" len="med"/>
                      <a:tailEnd type="none" w="med" len="med"/>
                    </a:lnL>
                    <a:lnR w="12700" cap="flat" cmpd="sng" algn="ctr">
                      <a:noFill/>
                      <a:prstDash val="solid"/>
                      <a:round/>
                      <a:headEnd type="none" w="med" len="med"/>
                      <a:tailEnd type="none" w="med" len="med"/>
                    </a:lnR>
                    <a:lnT w="12700" cap="flat" cmpd="sng" algn="ctr">
                      <a:noFill/>
                      <a:prstDash val="solid"/>
                      <a:round/>
                      <a:headEnd type="none" w="med" len="med"/>
                      <a:tailEnd type="none" w="med" len="med"/>
                    </a:lnT>
                    <a:lnB w="12700" cap="flat" cmpd="sng" algn="ctr">
                      <a:noFill/>
                      <a:prstDash val="solid"/>
                      <a:round/>
                      <a:headEnd type="none" w="med" len="med"/>
                      <a:tailEnd type="none" w="med" len="med"/>
                    </a:lnB>
                  </a:tcPr>
                </a:tc>
                <a:tc>
                  <a:txBody>
                    <a:bodyPr/>
                    <a:lstStyle/>
                    <a:p>
                      <a:r>
                        <a:rPr lang="pt-BR" sz="700" dirty="0">
                          <a:latin typeface="Arial" panose="020B0604020202020204" pitchFamily="34" charset="0"/>
                          <a:cs typeface="Arial" panose="020B0604020202020204" pitchFamily="34" charset="0"/>
                        </a:rPr>
                        <a:t>02</a:t>
                      </a:r>
                    </a:p>
                    <a:p>
                      <a:r>
                        <a:rPr lang="pt-BR" sz="700" dirty="0">
                          <a:latin typeface="Arial" panose="020B0604020202020204" pitchFamily="34" charset="0"/>
                          <a:cs typeface="Arial" panose="020B0604020202020204" pitchFamily="34" charset="0"/>
                        </a:rPr>
                        <a:t>02</a:t>
                      </a:r>
                    </a:p>
                    <a:p>
                      <a:r>
                        <a:rPr lang="pt-BR" sz="700" dirty="0">
                          <a:latin typeface="Arial" panose="020B0604020202020204" pitchFamily="34" charset="0"/>
                          <a:cs typeface="Arial" panose="020B0604020202020204" pitchFamily="34" charset="0"/>
                        </a:rPr>
                        <a:t>02</a:t>
                      </a:r>
                    </a:p>
                    <a:p>
                      <a:r>
                        <a:rPr lang="pt-BR" sz="700" dirty="0">
                          <a:latin typeface="Arial" panose="020B0604020202020204" pitchFamily="34" charset="0"/>
                          <a:cs typeface="Arial" panose="020B0604020202020204" pitchFamily="34" charset="0"/>
                        </a:rPr>
                        <a:t>03</a:t>
                      </a:r>
                    </a:p>
                    <a:p>
                      <a:r>
                        <a:rPr lang="pt-BR" sz="700" dirty="0">
                          <a:latin typeface="Arial" panose="020B0604020202020204" pitchFamily="34" charset="0"/>
                          <a:cs typeface="Arial" panose="020B0604020202020204" pitchFamily="34" charset="0"/>
                        </a:rPr>
                        <a:t>03</a:t>
                      </a:r>
                    </a:p>
                    <a:p>
                      <a:r>
                        <a:rPr lang="pt-BR" sz="700" dirty="0">
                          <a:latin typeface="Arial" panose="020B0604020202020204" pitchFamily="34" charset="0"/>
                          <a:cs typeface="Arial" panose="020B0604020202020204" pitchFamily="34" charset="0"/>
                        </a:rPr>
                        <a:t>04</a:t>
                      </a:r>
                    </a:p>
                    <a:p>
                      <a:r>
                        <a:rPr lang="pt-BR" sz="700" dirty="0">
                          <a:latin typeface="Arial" panose="020B0604020202020204" pitchFamily="34" charset="0"/>
                          <a:cs typeface="Arial" panose="020B0604020202020204" pitchFamily="34" charset="0"/>
                        </a:rPr>
                        <a:t>05</a:t>
                      </a:r>
                    </a:p>
                    <a:p>
                      <a:r>
                        <a:rPr lang="pt-BR" sz="700" dirty="0">
                          <a:latin typeface="Arial" panose="020B0604020202020204" pitchFamily="34" charset="0"/>
                          <a:cs typeface="Arial" panose="020B0604020202020204" pitchFamily="34" charset="0"/>
                        </a:rPr>
                        <a:t>06</a:t>
                      </a:r>
                    </a:p>
                    <a:p>
                      <a:r>
                        <a:rPr lang="pt-BR" sz="700" dirty="0">
                          <a:latin typeface="Arial" panose="020B0604020202020204" pitchFamily="34" charset="0"/>
                          <a:cs typeface="Arial" panose="020B0604020202020204" pitchFamily="34" charset="0"/>
                        </a:rPr>
                        <a:t>06</a:t>
                      </a:r>
                    </a:p>
                    <a:p>
                      <a:r>
                        <a:rPr lang="pt-BR" sz="700" dirty="0">
                          <a:latin typeface="Arial" panose="020B0604020202020204" pitchFamily="34" charset="0"/>
                          <a:cs typeface="Arial" panose="020B0604020202020204" pitchFamily="34" charset="0"/>
                        </a:rPr>
                        <a:t>07</a:t>
                      </a:r>
                    </a:p>
                    <a:p>
                      <a:r>
                        <a:rPr lang="pt-BR" sz="700" dirty="0">
                          <a:latin typeface="Arial" panose="020B0604020202020204" pitchFamily="34" charset="0"/>
                          <a:cs typeface="Arial" panose="020B0604020202020204" pitchFamily="34" charset="0"/>
                        </a:rPr>
                        <a:t>07</a:t>
                      </a:r>
                    </a:p>
                    <a:p>
                      <a:r>
                        <a:rPr lang="pt-BR" sz="700" dirty="0">
                          <a:latin typeface="Arial" panose="020B0604020202020204" pitchFamily="34" charset="0"/>
                          <a:cs typeface="Arial" panose="020B0604020202020204" pitchFamily="34" charset="0"/>
                        </a:rPr>
                        <a:t>08</a:t>
                      </a:r>
                    </a:p>
                    <a:p>
                      <a:r>
                        <a:rPr lang="pt-BR" sz="700" dirty="0">
                          <a:latin typeface="Arial" panose="020B0604020202020204" pitchFamily="34" charset="0"/>
                          <a:cs typeface="Arial" panose="020B0604020202020204" pitchFamily="34" charset="0"/>
                        </a:rPr>
                        <a:t>09</a:t>
                      </a:r>
                    </a:p>
                    <a:p>
                      <a:r>
                        <a:rPr lang="pt-BR" sz="700" dirty="0">
                          <a:latin typeface="Arial" panose="020B0604020202020204" pitchFamily="34" charset="0"/>
                          <a:cs typeface="Arial" panose="020B0604020202020204" pitchFamily="34" charset="0"/>
                        </a:rPr>
                        <a:t>09</a:t>
                      </a:r>
                    </a:p>
                    <a:p>
                      <a:r>
                        <a:rPr lang="pt-BR" sz="700" dirty="0">
                          <a:latin typeface="Arial" panose="020B0604020202020204" pitchFamily="34" charset="0"/>
                          <a:cs typeface="Arial" panose="020B0604020202020204" pitchFamily="34" charset="0"/>
                        </a:rPr>
                        <a:t>10</a:t>
                      </a:r>
                    </a:p>
                  </a:txBody>
                  <a:tcPr>
                    <a:lnL w="12700" cap="flat" cmpd="sng" algn="ctr">
                      <a:noFill/>
                      <a:prstDash val="solid"/>
                      <a:round/>
                      <a:headEnd type="none" w="med" len="med"/>
                      <a:tailEnd type="none" w="med" len="med"/>
                    </a:lnL>
                    <a:lnR w="12700" cap="flat" cmpd="sng" algn="ctr">
                      <a:noFill/>
                      <a:prstDash val="solid"/>
                      <a:round/>
                      <a:headEnd type="none" w="med" len="med"/>
                      <a:tailEnd type="none" w="med" len="med"/>
                    </a:lnR>
                    <a:lnT w="12700" cap="flat" cmpd="sng" algn="ctr">
                      <a:noFill/>
                      <a:prstDash val="solid"/>
                      <a:round/>
                      <a:headEnd type="none" w="med" len="med"/>
                      <a:tailEnd type="none" w="med" len="med"/>
                    </a:lnT>
                    <a:lnB w="12700" cap="flat" cmpd="sng" algn="ctr">
                      <a:noFill/>
                      <a:prstDash val="solid"/>
                      <a:round/>
                      <a:headEnd type="none" w="med" len="med"/>
                      <a:tailEnd type="none" w="med" len="med"/>
                    </a:lnB>
                  </a:tcPr>
                </a:tc>
                <a:extLst>
                  <a:ext uri="{0D108BD9-81ED-4DB2-BD59-A6C34878D82A}">
                    <a16:rowId xmlns:a16="http://schemas.microsoft.com/office/drawing/2014/main" val="10000"/>
                  </a:ext>
                </a:extLst>
              </a:tr>
            </a:tbl>
          </a:graphicData>
        </a:graphic>
      </p:graphicFrame>
    </p:spTree>
    <p:extLst>
      <p:ext uri="{BB962C8B-B14F-4D97-AF65-F5344CB8AC3E}">
        <p14:creationId xmlns:p14="http://schemas.microsoft.com/office/powerpoint/2010/main" val="3505505062"/>
      </p:ext>
    </p:extLst>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7" name="Retângulo 16">
            <a:extLst>
              <a:ext uri="{FF2B5EF4-FFF2-40B4-BE49-F238E27FC236}">
                <a16:creationId xmlns:a16="http://schemas.microsoft.com/office/drawing/2014/main" id="{82323E52-BACF-48AD-B8FA-8F60F81D68A0}"/>
              </a:ext>
            </a:extLst>
          </p:cNvPr>
          <p:cNvSpPr/>
          <p:nvPr/>
        </p:nvSpPr>
        <p:spPr>
          <a:xfrm>
            <a:off x="201319" y="143302"/>
            <a:ext cx="5001042" cy="229391"/>
          </a:xfrm>
          <a:prstGeom prst="rect">
            <a:avLst/>
          </a:prstGeom>
          <a:solidFill>
            <a:schemeClr val="bg1">
              <a:lumMod val="85000"/>
            </a:schemeClr>
          </a:solidFill>
          <a:ln>
            <a:solidFill>
              <a:schemeClr val="bg1">
                <a:lumMod val="85000"/>
              </a:schemeClr>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r>
              <a:rPr lang="pt-BR" sz="1100" b="1" dirty="0">
                <a:solidFill>
                  <a:schemeClr val="tx1"/>
                </a:solidFill>
              </a:rPr>
              <a:t>1. Instruções de  segurança</a:t>
            </a:r>
          </a:p>
        </p:txBody>
      </p:sp>
      <p:sp>
        <p:nvSpPr>
          <p:cNvPr id="18" name="CaixaDeTexto 17">
            <a:extLst>
              <a:ext uri="{FF2B5EF4-FFF2-40B4-BE49-F238E27FC236}">
                <a16:creationId xmlns:a16="http://schemas.microsoft.com/office/drawing/2014/main" id="{D020CBAE-9A36-4705-8C13-3EB891B71474}"/>
              </a:ext>
            </a:extLst>
          </p:cNvPr>
          <p:cNvSpPr txBox="1"/>
          <p:nvPr/>
        </p:nvSpPr>
        <p:spPr>
          <a:xfrm>
            <a:off x="213817" y="396255"/>
            <a:ext cx="4988544" cy="1015663"/>
          </a:xfrm>
          <a:prstGeom prst="rect">
            <a:avLst/>
          </a:prstGeom>
          <a:noFill/>
        </p:spPr>
        <p:txBody>
          <a:bodyPr wrap="square" rtlCol="0">
            <a:spAutoFit/>
          </a:bodyPr>
          <a:lstStyle/>
          <a:p>
            <a:pPr algn="just"/>
            <a:r>
              <a:rPr lang="pt-BR" sz="1000" dirty="0">
                <a:latin typeface="Arial" panose="020B0604020202020204" pitchFamily="34" charset="0"/>
                <a:cs typeface="Arial" panose="020B0604020202020204" pitchFamily="34" charset="0"/>
              </a:rPr>
              <a:t>1.1 Esse manual traz todas as informações necessárias para a instalação  e a boa utilização deste produto. Leia com atenção, pois desta forma você poderá evitar danos, preservando seu produto e a garantia de  segurança de fábrica que ele possui.  </a:t>
            </a:r>
            <a:endParaRPr lang="pt-BR" sz="1000" dirty="0"/>
          </a:p>
          <a:p>
            <a:pPr algn="just"/>
            <a:r>
              <a:rPr lang="pt-BR" sz="1000" dirty="0">
                <a:latin typeface="Arial" panose="020B0604020202020204" pitchFamily="34" charset="0"/>
                <a:cs typeface="Arial" panose="020B0604020202020204" pitchFamily="34" charset="0"/>
              </a:rPr>
              <a:t>1.2 Não permita que o equipamento seja manuseado por crianças, ou por pessoas que não tenham noção das normas de segurança.</a:t>
            </a:r>
          </a:p>
        </p:txBody>
      </p:sp>
      <p:sp>
        <p:nvSpPr>
          <p:cNvPr id="19" name="Retângulo 18">
            <a:extLst>
              <a:ext uri="{FF2B5EF4-FFF2-40B4-BE49-F238E27FC236}">
                <a16:creationId xmlns:a16="http://schemas.microsoft.com/office/drawing/2014/main" id="{57800981-84E5-4AE5-954D-E3152E965CC4}"/>
              </a:ext>
            </a:extLst>
          </p:cNvPr>
          <p:cNvSpPr/>
          <p:nvPr/>
        </p:nvSpPr>
        <p:spPr>
          <a:xfrm>
            <a:off x="201319" y="1495968"/>
            <a:ext cx="5001042" cy="229391"/>
          </a:xfrm>
          <a:prstGeom prst="rect">
            <a:avLst/>
          </a:prstGeom>
          <a:solidFill>
            <a:schemeClr val="bg1">
              <a:lumMod val="85000"/>
            </a:schemeClr>
          </a:solidFill>
          <a:ln>
            <a:solidFill>
              <a:schemeClr val="bg1">
                <a:lumMod val="85000"/>
              </a:schemeClr>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r>
              <a:rPr lang="pt-BR" sz="1100" b="1" dirty="0">
                <a:solidFill>
                  <a:schemeClr val="tx1"/>
                </a:solidFill>
              </a:rPr>
              <a:t>2. BEBEDOURO</a:t>
            </a:r>
          </a:p>
        </p:txBody>
      </p:sp>
      <p:sp>
        <p:nvSpPr>
          <p:cNvPr id="20" name="CaixaDeTexto 19">
            <a:extLst>
              <a:ext uri="{FF2B5EF4-FFF2-40B4-BE49-F238E27FC236}">
                <a16:creationId xmlns:a16="http://schemas.microsoft.com/office/drawing/2014/main" id="{3090799C-3C07-4C6D-A68C-F3F0A9F2BABB}"/>
              </a:ext>
            </a:extLst>
          </p:cNvPr>
          <p:cNvSpPr txBox="1"/>
          <p:nvPr/>
        </p:nvSpPr>
        <p:spPr>
          <a:xfrm>
            <a:off x="185044" y="1893135"/>
            <a:ext cx="5017317" cy="261610"/>
          </a:xfrm>
          <a:prstGeom prst="rect">
            <a:avLst/>
          </a:prstGeom>
          <a:solidFill>
            <a:schemeClr val="bg1">
              <a:lumMod val="85000"/>
            </a:schemeClr>
          </a:solidFill>
          <a:ln>
            <a:solidFill>
              <a:schemeClr val="bg1">
                <a:lumMod val="85000"/>
              </a:schemeClr>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defPPr>
              <a:defRPr lang="pt-BR"/>
            </a:defPPr>
            <a:lvl1pPr>
              <a:defRPr sz="1100" b="1"/>
            </a:lvl1pPr>
            <a:lvl2pPr>
              <a:defRPr>
                <a:solidFill>
                  <a:schemeClr val="lt1"/>
                </a:solidFill>
              </a:defRPr>
            </a:lvl2pPr>
            <a:lvl3pPr>
              <a:defRPr>
                <a:solidFill>
                  <a:schemeClr val="lt1"/>
                </a:solidFill>
              </a:defRPr>
            </a:lvl3pPr>
            <a:lvl4pPr>
              <a:defRPr>
                <a:solidFill>
                  <a:schemeClr val="lt1"/>
                </a:solidFill>
              </a:defRPr>
            </a:lvl4pPr>
            <a:lvl5pPr>
              <a:defRPr>
                <a:solidFill>
                  <a:schemeClr val="lt1"/>
                </a:solidFill>
              </a:defRPr>
            </a:lvl5pPr>
            <a:lvl6pPr>
              <a:defRPr>
                <a:solidFill>
                  <a:schemeClr val="lt1"/>
                </a:solidFill>
              </a:defRPr>
            </a:lvl6pPr>
            <a:lvl7pPr>
              <a:defRPr>
                <a:solidFill>
                  <a:schemeClr val="lt1"/>
                </a:solidFill>
              </a:defRPr>
            </a:lvl7pPr>
            <a:lvl8pPr>
              <a:defRPr>
                <a:solidFill>
                  <a:schemeClr val="lt1"/>
                </a:solidFill>
              </a:defRPr>
            </a:lvl8pPr>
            <a:lvl9pPr>
              <a:defRPr>
                <a:solidFill>
                  <a:schemeClr val="lt1"/>
                </a:solidFill>
              </a:defRPr>
            </a:lvl9pPr>
          </a:lstStyle>
          <a:p>
            <a:r>
              <a:rPr lang="pt-BR" dirty="0">
                <a:solidFill>
                  <a:schemeClr val="tx1"/>
                </a:solidFill>
              </a:rPr>
              <a:t>2.1 Modelos:</a:t>
            </a:r>
          </a:p>
        </p:txBody>
      </p:sp>
      <p:sp>
        <p:nvSpPr>
          <p:cNvPr id="21" name="Retângulo 20">
            <a:extLst>
              <a:ext uri="{FF2B5EF4-FFF2-40B4-BE49-F238E27FC236}">
                <a16:creationId xmlns:a16="http://schemas.microsoft.com/office/drawing/2014/main" id="{951473B9-A093-4245-A653-752CBC42B771}"/>
              </a:ext>
            </a:extLst>
          </p:cNvPr>
          <p:cNvSpPr/>
          <p:nvPr/>
        </p:nvSpPr>
        <p:spPr>
          <a:xfrm>
            <a:off x="201319" y="3551240"/>
            <a:ext cx="5001042" cy="229391"/>
          </a:xfrm>
          <a:prstGeom prst="rect">
            <a:avLst/>
          </a:prstGeom>
          <a:solidFill>
            <a:schemeClr val="bg1">
              <a:lumMod val="85000"/>
            </a:schemeClr>
          </a:solidFill>
          <a:ln>
            <a:solidFill>
              <a:schemeClr val="bg1">
                <a:lumMod val="85000"/>
              </a:schemeClr>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r>
              <a:rPr lang="pt-BR" sz="1100" b="1" dirty="0">
                <a:solidFill>
                  <a:schemeClr val="tx1"/>
                </a:solidFill>
              </a:rPr>
              <a:t>3. ANTES DE ABRIR A EMBALAGEM:</a:t>
            </a:r>
          </a:p>
        </p:txBody>
      </p:sp>
      <p:sp>
        <p:nvSpPr>
          <p:cNvPr id="22" name="CaixaDeTexto 21">
            <a:extLst>
              <a:ext uri="{FF2B5EF4-FFF2-40B4-BE49-F238E27FC236}">
                <a16:creationId xmlns:a16="http://schemas.microsoft.com/office/drawing/2014/main" id="{B3294B49-949E-44C0-B10A-B9C56C40BE50}"/>
              </a:ext>
            </a:extLst>
          </p:cNvPr>
          <p:cNvSpPr txBox="1"/>
          <p:nvPr/>
        </p:nvSpPr>
        <p:spPr>
          <a:xfrm>
            <a:off x="144915" y="3773080"/>
            <a:ext cx="5017317" cy="1015663"/>
          </a:xfrm>
          <a:prstGeom prst="rect">
            <a:avLst/>
          </a:prstGeom>
          <a:noFill/>
        </p:spPr>
        <p:txBody>
          <a:bodyPr wrap="square" rtlCol="0">
            <a:spAutoFit/>
          </a:bodyPr>
          <a:lstStyle/>
          <a:p>
            <a:pPr algn="just"/>
            <a:r>
              <a:rPr lang="pt-BR" sz="1000" dirty="0">
                <a:latin typeface="Arial" panose="020B0604020202020204" pitchFamily="34" charset="0"/>
                <a:cs typeface="Arial" panose="020B0604020202020204" pitchFamily="34" charset="0"/>
              </a:rPr>
              <a:t>3.1 Verifique cuidadosamente se a embalagem está violada ou se o produto apresenta algum problema em sua estrutura (como por exemplo, alguma parte amassada ou danificada). Caso isso aconteça, por gentileza, devolva a mercadoria e não assine o recebimento pois o transportador é responsável pela entrega. Caso note o defeito posteriormente, entre em contato com a SÒ AÇO para as devidas providências.  </a:t>
            </a:r>
            <a:endParaRPr lang="pt-BR" sz="1000" dirty="0">
              <a:solidFill>
                <a:srgbClr val="FF0000"/>
              </a:solidFill>
              <a:latin typeface="Arial" panose="020B0604020202020204" pitchFamily="34" charset="0"/>
              <a:cs typeface="Arial" panose="020B0604020202020204" pitchFamily="34" charset="0"/>
            </a:endParaRPr>
          </a:p>
        </p:txBody>
      </p:sp>
      <p:sp>
        <p:nvSpPr>
          <p:cNvPr id="23" name="CaixaDeTexto 22">
            <a:extLst>
              <a:ext uri="{FF2B5EF4-FFF2-40B4-BE49-F238E27FC236}">
                <a16:creationId xmlns:a16="http://schemas.microsoft.com/office/drawing/2014/main" id="{22DCA115-2EFE-4207-A16D-65475D16E527}"/>
              </a:ext>
            </a:extLst>
          </p:cNvPr>
          <p:cNvSpPr txBox="1"/>
          <p:nvPr/>
        </p:nvSpPr>
        <p:spPr>
          <a:xfrm>
            <a:off x="161801" y="5841568"/>
            <a:ext cx="5040560" cy="1323439"/>
          </a:xfrm>
          <a:prstGeom prst="rect">
            <a:avLst/>
          </a:prstGeom>
          <a:noFill/>
        </p:spPr>
        <p:txBody>
          <a:bodyPr wrap="square" rtlCol="0">
            <a:spAutoFit/>
          </a:bodyPr>
          <a:lstStyle/>
          <a:p>
            <a:pPr algn="just"/>
            <a:r>
              <a:rPr lang="pt-BR" sz="1000" dirty="0">
                <a:latin typeface="Arial" panose="020B0604020202020204" pitchFamily="34" charset="0"/>
                <a:cs typeface="Arial" panose="020B0604020202020204" pitchFamily="34" charset="0"/>
              </a:rPr>
              <a:t>A instalação do seu aparelho é simples, mas algumas instruções são necessárias.</a:t>
            </a:r>
          </a:p>
          <a:p>
            <a:pPr algn="just"/>
            <a:r>
              <a:rPr lang="pt-BR" sz="1000" dirty="0">
                <a:latin typeface="Arial" panose="020B0604020202020204" pitchFamily="34" charset="0"/>
                <a:cs typeface="Arial" panose="020B0604020202020204" pitchFamily="34" charset="0"/>
              </a:rPr>
              <a:t>4.1- Escolha um local seco, arejado, plano e principalmente, longe do  sol</a:t>
            </a:r>
          </a:p>
          <a:p>
            <a:pPr algn="just"/>
            <a:r>
              <a:rPr lang="pt-BR" sz="1000" dirty="0">
                <a:latin typeface="Arial" panose="020B0604020202020204" pitchFamily="34" charset="0"/>
                <a:cs typeface="Arial" panose="020B0604020202020204" pitchFamily="34" charset="0"/>
              </a:rPr>
              <a:t>4.2- A cabine onde fica o conjunto de refrigeração deve ter a entrada e saída de ar livres, sem bloqueio de paredes ou objetos.</a:t>
            </a:r>
          </a:p>
          <a:p>
            <a:pPr algn="just"/>
            <a:r>
              <a:rPr lang="pt-BR" sz="1000" dirty="0">
                <a:latin typeface="Arial" panose="020B0604020202020204" pitchFamily="34" charset="0"/>
                <a:cs typeface="Arial" panose="020B0604020202020204" pitchFamily="34" charset="0"/>
              </a:rPr>
              <a:t>4.3- Antes de ligar o aparelho, instale as torneiras e a pingadeira que estão dentro do bebedouro na parte traseira inferior.</a:t>
            </a:r>
          </a:p>
          <a:p>
            <a:pPr algn="just"/>
            <a:r>
              <a:rPr lang="pt-BR" sz="1000" dirty="0">
                <a:latin typeface="Arial" panose="020B0604020202020204" pitchFamily="34" charset="0"/>
                <a:cs typeface="Arial" panose="020B0604020202020204" pitchFamily="34" charset="0"/>
              </a:rPr>
              <a:t>4.4- A pingadeira deve ser parafusada na furação existente.</a:t>
            </a:r>
          </a:p>
          <a:p>
            <a:pPr algn="just"/>
            <a:r>
              <a:rPr lang="pt-BR" sz="1000" dirty="0">
                <a:latin typeface="Arial" panose="020B0604020202020204" pitchFamily="34" charset="0"/>
                <a:cs typeface="Arial" panose="020B0604020202020204" pitchFamily="34" charset="0"/>
              </a:rPr>
              <a:t>5.5- Limpe bem o tanque interno, removendo todo material usado na embalagem.</a:t>
            </a:r>
          </a:p>
        </p:txBody>
      </p:sp>
      <p:sp>
        <p:nvSpPr>
          <p:cNvPr id="24" name="Retângulo 23">
            <a:extLst>
              <a:ext uri="{FF2B5EF4-FFF2-40B4-BE49-F238E27FC236}">
                <a16:creationId xmlns:a16="http://schemas.microsoft.com/office/drawing/2014/main" id="{C873559A-6CA5-4EA6-86E8-186D5613D3E3}"/>
              </a:ext>
            </a:extLst>
          </p:cNvPr>
          <p:cNvSpPr/>
          <p:nvPr/>
        </p:nvSpPr>
        <p:spPr>
          <a:xfrm>
            <a:off x="201319" y="5605054"/>
            <a:ext cx="5001042" cy="229391"/>
          </a:xfrm>
          <a:prstGeom prst="rect">
            <a:avLst/>
          </a:prstGeom>
          <a:solidFill>
            <a:schemeClr val="bg1">
              <a:lumMod val="85000"/>
            </a:schemeClr>
          </a:solidFill>
          <a:ln>
            <a:solidFill>
              <a:schemeClr val="bg1">
                <a:lumMod val="85000"/>
              </a:schemeClr>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r>
              <a:rPr lang="pt-BR" sz="1100" b="1" dirty="0">
                <a:solidFill>
                  <a:schemeClr val="tx1"/>
                </a:solidFill>
              </a:rPr>
              <a:t>4. PRÉ-INSTALAÇÃO:</a:t>
            </a:r>
            <a:endParaRPr lang="pt-BR" sz="1100" b="1" i="1" dirty="0">
              <a:solidFill>
                <a:schemeClr val="tx1"/>
              </a:solidFill>
            </a:endParaRPr>
          </a:p>
        </p:txBody>
      </p:sp>
      <p:graphicFrame>
        <p:nvGraphicFramePr>
          <p:cNvPr id="25" name="Tabela 24"/>
          <p:cNvGraphicFramePr>
            <a:graphicFrameLocks noGrp="1"/>
          </p:cNvGraphicFramePr>
          <p:nvPr>
            <p:extLst>
              <p:ext uri="{D42A27DB-BD31-4B8C-83A1-F6EECF244321}">
                <p14:modId xmlns:p14="http://schemas.microsoft.com/office/powerpoint/2010/main" val="1806747475"/>
              </p:ext>
            </p:extLst>
          </p:nvPr>
        </p:nvGraphicFramePr>
        <p:xfrm>
          <a:off x="170536" y="2196455"/>
          <a:ext cx="4991696" cy="1296144"/>
        </p:xfrm>
        <a:graphic>
          <a:graphicData uri="http://schemas.openxmlformats.org/drawingml/2006/table">
            <a:tbl>
              <a:tblPr firstRow="1" bandRow="1">
                <a:tableStyleId>{9D7B26C5-4107-4FEC-AEDC-1716B250A1EF}</a:tableStyleId>
              </a:tblPr>
              <a:tblGrid>
                <a:gridCol w="1656406">
                  <a:extLst>
                    <a:ext uri="{9D8B030D-6E8A-4147-A177-3AD203B41FA5}">
                      <a16:colId xmlns:a16="http://schemas.microsoft.com/office/drawing/2014/main" val="20000"/>
                    </a:ext>
                  </a:extLst>
                </a:gridCol>
                <a:gridCol w="1667645">
                  <a:extLst>
                    <a:ext uri="{9D8B030D-6E8A-4147-A177-3AD203B41FA5}">
                      <a16:colId xmlns:a16="http://schemas.microsoft.com/office/drawing/2014/main" val="20001"/>
                    </a:ext>
                  </a:extLst>
                </a:gridCol>
                <a:gridCol w="1667645">
                  <a:extLst>
                    <a:ext uri="{9D8B030D-6E8A-4147-A177-3AD203B41FA5}">
                      <a16:colId xmlns:a16="http://schemas.microsoft.com/office/drawing/2014/main" val="20002"/>
                    </a:ext>
                  </a:extLst>
                </a:gridCol>
              </a:tblGrid>
              <a:tr h="341728">
                <a:tc>
                  <a:txBody>
                    <a:bodyPr/>
                    <a:lstStyle/>
                    <a:p>
                      <a:pPr algn="ctr"/>
                      <a:r>
                        <a:rPr lang="pt-BR" sz="1100" dirty="0"/>
                        <a:t>MODELO</a:t>
                      </a:r>
                      <a:endParaRPr lang="pt-BR" sz="1100" dirty="0">
                        <a:solidFill>
                          <a:schemeClr val="tx1"/>
                        </a:solidFill>
                      </a:endParaRPr>
                    </a:p>
                  </a:txBody>
                  <a:tcPr/>
                </a:tc>
                <a:tc>
                  <a:txBody>
                    <a:bodyPr/>
                    <a:lstStyle/>
                    <a:p>
                      <a:pPr algn="ctr"/>
                      <a:r>
                        <a:rPr lang="pt-BR" sz="1100" dirty="0"/>
                        <a:t>TIPO DE CHAPA</a:t>
                      </a:r>
                      <a:endParaRPr lang="pt-BR" sz="1100" dirty="0">
                        <a:solidFill>
                          <a:schemeClr val="tx1"/>
                        </a:solidFill>
                      </a:endParaRPr>
                    </a:p>
                  </a:txBody>
                  <a:tcPr/>
                </a:tc>
                <a:tc>
                  <a:txBody>
                    <a:bodyPr/>
                    <a:lstStyle/>
                    <a:p>
                      <a:pPr algn="ctr"/>
                      <a:r>
                        <a:rPr lang="pt-BR" sz="1100" dirty="0"/>
                        <a:t>TENSÃO</a:t>
                      </a:r>
                      <a:r>
                        <a:rPr lang="pt-BR" sz="1100" baseline="0" dirty="0"/>
                        <a:t> (V~)</a:t>
                      </a:r>
                      <a:endParaRPr lang="pt-BR" sz="1100" dirty="0">
                        <a:solidFill>
                          <a:schemeClr val="tx1"/>
                        </a:solidFill>
                      </a:endParaRPr>
                    </a:p>
                  </a:txBody>
                  <a:tcPr/>
                </a:tc>
                <a:extLst>
                  <a:ext uri="{0D108BD9-81ED-4DB2-BD59-A6C34878D82A}">
                    <a16:rowId xmlns:a16="http://schemas.microsoft.com/office/drawing/2014/main" val="10000"/>
                  </a:ext>
                </a:extLst>
              </a:tr>
              <a:tr h="954416">
                <a:tc>
                  <a:txBody>
                    <a:bodyPr/>
                    <a:lstStyle/>
                    <a:p>
                      <a:pPr algn="ctr"/>
                      <a:r>
                        <a:rPr lang="pt-BR" sz="1100" dirty="0"/>
                        <a:t>BI02T</a:t>
                      </a:r>
                    </a:p>
                    <a:p>
                      <a:pPr algn="ctr"/>
                      <a:r>
                        <a:rPr lang="pt-BR" sz="1100" dirty="0"/>
                        <a:t>BI03T</a:t>
                      </a:r>
                    </a:p>
                    <a:p>
                      <a:pPr algn="ctr"/>
                      <a:r>
                        <a:rPr lang="pt-BR" sz="1100" dirty="0"/>
                        <a:t>BI04T</a:t>
                      </a:r>
                    </a:p>
                    <a:p>
                      <a:pPr algn="ctr"/>
                      <a:r>
                        <a:rPr lang="pt-BR" sz="1100" dirty="0"/>
                        <a:t>BI05T</a:t>
                      </a:r>
                    </a:p>
                    <a:p>
                      <a:pPr algn="ctr"/>
                      <a:r>
                        <a:rPr lang="pt-BR" sz="1100" dirty="0"/>
                        <a:t>BI06T</a:t>
                      </a:r>
                    </a:p>
                  </a:txBody>
                  <a:tcPr/>
                </a:tc>
                <a:tc>
                  <a:txBody>
                    <a:bodyPr/>
                    <a:lstStyle/>
                    <a:p>
                      <a:pPr algn="ctr"/>
                      <a:r>
                        <a:rPr lang="pt-BR" sz="1100" dirty="0"/>
                        <a:t>INOX/PRÉ-PINTADA</a:t>
                      </a:r>
                    </a:p>
                    <a:p>
                      <a:pPr algn="ctr"/>
                      <a:r>
                        <a:rPr lang="pt-BR" sz="1100" dirty="0"/>
                        <a:t>INOX/PRÉ-PINTADA</a:t>
                      </a:r>
                    </a:p>
                    <a:p>
                      <a:pPr algn="ctr"/>
                      <a:r>
                        <a:rPr lang="pt-BR" sz="1100" dirty="0"/>
                        <a:t>INOX/PRÉ-PINTADA</a:t>
                      </a:r>
                    </a:p>
                    <a:p>
                      <a:pPr algn="ctr"/>
                      <a:r>
                        <a:rPr lang="pt-BR" sz="1100" dirty="0"/>
                        <a:t>INOX/PRÉ-PINTADA</a:t>
                      </a:r>
                    </a:p>
                    <a:p>
                      <a:pPr algn="ctr"/>
                      <a:r>
                        <a:rPr lang="pt-BR" sz="1100" dirty="0"/>
                        <a:t>INOX/PRÉ-PINTADA</a:t>
                      </a:r>
                    </a:p>
                  </a:txBody>
                  <a:tcPr/>
                </a:tc>
                <a:tc>
                  <a:txBody>
                    <a:bodyPr/>
                    <a:lstStyle/>
                    <a:p>
                      <a:pPr algn="ctr"/>
                      <a:r>
                        <a:rPr lang="pt-BR" sz="1100" dirty="0"/>
                        <a:t>127/220</a:t>
                      </a:r>
                    </a:p>
                    <a:p>
                      <a:pPr algn="ctr"/>
                      <a:r>
                        <a:rPr lang="pt-BR" sz="1100" dirty="0"/>
                        <a:t>127/220</a:t>
                      </a:r>
                    </a:p>
                    <a:p>
                      <a:pPr algn="ctr"/>
                      <a:r>
                        <a:rPr lang="pt-BR" sz="1100" dirty="0"/>
                        <a:t>127/220</a:t>
                      </a:r>
                    </a:p>
                    <a:p>
                      <a:pPr algn="ctr"/>
                      <a:r>
                        <a:rPr lang="pt-BR" sz="1100" dirty="0"/>
                        <a:t>127/220</a:t>
                      </a:r>
                    </a:p>
                    <a:p>
                      <a:pPr algn="ctr"/>
                      <a:r>
                        <a:rPr lang="pt-BR" sz="1100" dirty="0"/>
                        <a:t>127/220</a:t>
                      </a:r>
                    </a:p>
                  </a:txBody>
                  <a:tcPr/>
                </a:tc>
                <a:extLst>
                  <a:ext uri="{0D108BD9-81ED-4DB2-BD59-A6C34878D82A}">
                    <a16:rowId xmlns:a16="http://schemas.microsoft.com/office/drawing/2014/main" val="10001"/>
                  </a:ext>
                </a:extLst>
              </a:tr>
            </a:tbl>
          </a:graphicData>
        </a:graphic>
      </p:graphicFrame>
      <p:sp>
        <p:nvSpPr>
          <p:cNvPr id="26" name="CaixaDeTexto 25"/>
          <p:cNvSpPr txBox="1"/>
          <p:nvPr/>
        </p:nvSpPr>
        <p:spPr>
          <a:xfrm>
            <a:off x="214810" y="4898179"/>
            <a:ext cx="4967391" cy="646331"/>
          </a:xfrm>
          <a:prstGeom prst="rect">
            <a:avLst/>
          </a:prstGeom>
          <a:noFill/>
          <a:ln>
            <a:solidFill>
              <a:schemeClr val="tx1"/>
            </a:solidFill>
          </a:ln>
        </p:spPr>
        <p:txBody>
          <a:bodyPr wrap="square" rtlCol="0">
            <a:spAutoFit/>
          </a:bodyPr>
          <a:lstStyle/>
          <a:p>
            <a:pPr algn="ctr"/>
            <a:r>
              <a:rPr lang="pt-BR" sz="1200" b="1" dirty="0">
                <a:latin typeface="Arial" panose="020B0604020202020204" pitchFamily="34" charset="0"/>
                <a:cs typeface="Arial" panose="020B0604020202020204" pitchFamily="34" charset="0"/>
              </a:rPr>
              <a:t>IMPORTANTE: </a:t>
            </a:r>
            <a:r>
              <a:rPr lang="pt-BR" sz="1200" dirty="0">
                <a:latin typeface="Arial" panose="020B0604020202020204" pitchFamily="34" charset="0"/>
                <a:cs typeface="Arial" panose="020B0604020202020204" pitchFamily="34" charset="0"/>
              </a:rPr>
              <a:t>Este produto destina-se ao uso com água para consumo humano, atende a Portaria N° 2.914, de 12/12/2011 do Ministério da Saúde</a:t>
            </a:r>
            <a:r>
              <a:rPr lang="pt-BR" sz="1200" dirty="0"/>
              <a:t>.</a:t>
            </a:r>
          </a:p>
        </p:txBody>
      </p:sp>
    </p:spTree>
    <p:extLst>
      <p:ext uri="{BB962C8B-B14F-4D97-AF65-F5344CB8AC3E}">
        <p14:creationId xmlns:p14="http://schemas.microsoft.com/office/powerpoint/2010/main" val="2943905585"/>
      </p:ext>
    </p:extLst>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9" name="Retângulo 8">
            <a:extLst>
              <a:ext uri="{FF2B5EF4-FFF2-40B4-BE49-F238E27FC236}">
                <a16:creationId xmlns:a16="http://schemas.microsoft.com/office/drawing/2014/main" id="{6EDA3D4A-1057-4962-81F6-3347ECCC4230}"/>
              </a:ext>
            </a:extLst>
          </p:cNvPr>
          <p:cNvSpPr/>
          <p:nvPr/>
        </p:nvSpPr>
        <p:spPr>
          <a:xfrm>
            <a:off x="161801" y="141917"/>
            <a:ext cx="5005770" cy="211250"/>
          </a:xfrm>
          <a:prstGeom prst="rect">
            <a:avLst/>
          </a:prstGeom>
          <a:solidFill>
            <a:schemeClr val="bg1">
              <a:lumMod val="85000"/>
            </a:schemeClr>
          </a:solidFill>
          <a:ln>
            <a:solidFill>
              <a:schemeClr val="bg1">
                <a:lumMod val="85000"/>
              </a:schemeClr>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r>
              <a:rPr lang="pt-BR" sz="1100" b="1" dirty="0">
                <a:solidFill>
                  <a:schemeClr val="tx1"/>
                </a:solidFill>
              </a:rPr>
              <a:t>5. PROVIDENCIE:</a:t>
            </a:r>
          </a:p>
        </p:txBody>
      </p:sp>
      <p:sp>
        <p:nvSpPr>
          <p:cNvPr id="10" name="Retângulo 9">
            <a:extLst>
              <a:ext uri="{FF2B5EF4-FFF2-40B4-BE49-F238E27FC236}">
                <a16:creationId xmlns:a16="http://schemas.microsoft.com/office/drawing/2014/main" id="{DC2363D6-D018-4AF1-9452-A44DB2FDC255}"/>
              </a:ext>
            </a:extLst>
          </p:cNvPr>
          <p:cNvSpPr/>
          <p:nvPr/>
        </p:nvSpPr>
        <p:spPr>
          <a:xfrm>
            <a:off x="161801" y="495515"/>
            <a:ext cx="5040560" cy="1169551"/>
          </a:xfrm>
          <a:prstGeom prst="rect">
            <a:avLst/>
          </a:prstGeom>
        </p:spPr>
        <p:txBody>
          <a:bodyPr wrap="square">
            <a:spAutoFit/>
          </a:bodyPr>
          <a:lstStyle/>
          <a:p>
            <a:pPr algn="just"/>
            <a:r>
              <a:rPr lang="pt-BR" sz="1000" dirty="0">
                <a:latin typeface="Arial" panose="020B0604020202020204" pitchFamily="34" charset="0"/>
                <a:cs typeface="Arial" panose="020B0604020202020204" pitchFamily="34" charset="0"/>
              </a:rPr>
              <a:t>5.1 Tomada exclusiva de energia elétrica com aterramento, voltagem e potência equivalentes á do seu aparelho.</a:t>
            </a:r>
          </a:p>
          <a:p>
            <a:pPr algn="just"/>
            <a:r>
              <a:rPr lang="pt-BR" sz="1000" dirty="0">
                <a:latin typeface="Arial" panose="020B0604020202020204" pitchFamily="34" charset="0"/>
                <a:cs typeface="Arial" panose="020B0604020202020204" pitchFamily="34" charset="0"/>
              </a:rPr>
              <a:t>5.2  Ponto exclusivo de água com registro de ½ ;</a:t>
            </a:r>
          </a:p>
          <a:p>
            <a:pPr algn="just"/>
            <a:r>
              <a:rPr lang="pt-BR" sz="1000" dirty="0">
                <a:latin typeface="Arial" panose="020B0604020202020204" pitchFamily="34" charset="0"/>
                <a:cs typeface="Arial" panose="020B0604020202020204" pitchFamily="34" charset="0"/>
              </a:rPr>
              <a:t>5.3  Ponto de esgoto no piso ou na parede, desde que esteja no máximo á 30 cm do piso.</a:t>
            </a:r>
          </a:p>
          <a:p>
            <a:pPr algn="just"/>
            <a:r>
              <a:rPr lang="pt-BR" sz="1000" dirty="0">
                <a:latin typeface="Arial" panose="020B0604020202020204" pitchFamily="34" charset="0"/>
                <a:cs typeface="Arial" panose="020B0604020202020204" pitchFamily="34" charset="0"/>
              </a:rPr>
              <a:t>5.5  Utilize apenas veda – rosca de teflon na conexões com rosca, a fim de evitar sabor desagradável na água. Não utilize mangueira de jardim.  </a:t>
            </a:r>
          </a:p>
        </p:txBody>
      </p:sp>
      <p:sp>
        <p:nvSpPr>
          <p:cNvPr id="11" name="Retângulo 10">
            <a:extLst>
              <a:ext uri="{FF2B5EF4-FFF2-40B4-BE49-F238E27FC236}">
                <a16:creationId xmlns:a16="http://schemas.microsoft.com/office/drawing/2014/main" id="{C0BDA508-251E-4B70-8A44-56B55638CB4C}"/>
              </a:ext>
            </a:extLst>
          </p:cNvPr>
          <p:cNvSpPr/>
          <p:nvPr/>
        </p:nvSpPr>
        <p:spPr>
          <a:xfrm>
            <a:off x="184894" y="1665066"/>
            <a:ext cx="5001042" cy="229391"/>
          </a:xfrm>
          <a:prstGeom prst="rect">
            <a:avLst/>
          </a:prstGeom>
          <a:solidFill>
            <a:schemeClr val="bg1">
              <a:lumMod val="85000"/>
            </a:schemeClr>
          </a:solidFill>
          <a:ln>
            <a:solidFill>
              <a:schemeClr val="bg1">
                <a:lumMod val="85000"/>
              </a:schemeClr>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r>
              <a:rPr lang="pt-BR" sz="1100" b="1" dirty="0">
                <a:solidFill>
                  <a:schemeClr val="tx1"/>
                </a:solidFill>
              </a:rPr>
              <a:t>6. INSTALAÇÃO:</a:t>
            </a:r>
          </a:p>
        </p:txBody>
      </p:sp>
      <p:sp>
        <p:nvSpPr>
          <p:cNvPr id="12" name="CaixaDeTexto 11">
            <a:extLst>
              <a:ext uri="{FF2B5EF4-FFF2-40B4-BE49-F238E27FC236}">
                <a16:creationId xmlns:a16="http://schemas.microsoft.com/office/drawing/2014/main" id="{05080610-7126-4554-AF5F-CECC8D1AA513}"/>
              </a:ext>
            </a:extLst>
          </p:cNvPr>
          <p:cNvSpPr txBox="1"/>
          <p:nvPr/>
        </p:nvSpPr>
        <p:spPr>
          <a:xfrm>
            <a:off x="161801" y="1980431"/>
            <a:ext cx="5001042" cy="5016758"/>
          </a:xfrm>
          <a:prstGeom prst="rect">
            <a:avLst/>
          </a:prstGeom>
          <a:noFill/>
        </p:spPr>
        <p:txBody>
          <a:bodyPr wrap="square" rtlCol="0">
            <a:spAutoFit/>
          </a:bodyPr>
          <a:lstStyle/>
          <a:p>
            <a:pPr algn="just"/>
            <a:r>
              <a:rPr lang="pt-BR" sz="1000" dirty="0">
                <a:latin typeface="Arial" panose="020B0604020202020204" pitchFamily="34" charset="0"/>
                <a:cs typeface="Arial" panose="020B0604020202020204" pitchFamily="34" charset="0"/>
              </a:rPr>
              <a:t>6.1 A instalação do aparelho fica sob responsabilidade do consumidor. Em caso de dúvidas, consulte uma mão de obra qualificada para o serviço.</a:t>
            </a:r>
          </a:p>
          <a:p>
            <a:pPr algn="just"/>
            <a:endParaRPr lang="pt-BR" sz="1000" dirty="0">
              <a:latin typeface="Arial" panose="020B0604020202020204" pitchFamily="34" charset="0"/>
              <a:cs typeface="Arial" panose="020B0604020202020204" pitchFamily="34" charset="0"/>
            </a:endParaRPr>
          </a:p>
          <a:p>
            <a:pPr marL="171450" indent="-171450" algn="just">
              <a:buFont typeface="Arial" pitchFamily="34" charset="0"/>
              <a:buChar char="•"/>
            </a:pPr>
            <a:r>
              <a:rPr lang="pt-BR" sz="1000" dirty="0">
                <a:latin typeface="Arial" panose="020B0604020202020204" pitchFamily="34" charset="0"/>
                <a:cs typeface="Arial" panose="020B0604020202020204" pitchFamily="34" charset="0"/>
              </a:rPr>
              <a:t>Condição de uso: Interno</a:t>
            </a:r>
          </a:p>
          <a:p>
            <a:pPr marL="171450" indent="-171450" algn="just">
              <a:buFont typeface="Arial" pitchFamily="34" charset="0"/>
              <a:buChar char="•"/>
            </a:pPr>
            <a:r>
              <a:rPr lang="pt-BR" sz="1000" dirty="0">
                <a:latin typeface="Arial" panose="020B0604020202020204" pitchFamily="34" charset="0"/>
                <a:cs typeface="Arial" panose="020B0604020202020204" pitchFamily="34" charset="0"/>
              </a:rPr>
              <a:t>Os bebedouros tipo industrial Só Aço, devem ser instalados somente onde a pressão de água da rede hidráulica </a:t>
            </a:r>
            <a:r>
              <a:rPr lang="pt-BR" sz="1000" b="1" dirty="0">
                <a:latin typeface="Arial" panose="020B0604020202020204" pitchFamily="34" charset="0"/>
                <a:cs typeface="Arial" panose="020B0604020202020204" pitchFamily="34" charset="0"/>
              </a:rPr>
              <a:t>seja de no máximo 500.000 </a:t>
            </a:r>
            <a:r>
              <a:rPr lang="pt-BR" sz="1000" b="1" dirty="0" err="1">
                <a:latin typeface="Arial" panose="020B0604020202020204" pitchFamily="34" charset="0"/>
                <a:cs typeface="Arial" panose="020B0604020202020204" pitchFamily="34" charset="0"/>
              </a:rPr>
              <a:t>Pa</a:t>
            </a:r>
            <a:r>
              <a:rPr lang="pt-BR" sz="1000" b="1" dirty="0">
                <a:latin typeface="Arial" panose="020B0604020202020204" pitchFamily="34" charset="0"/>
                <a:cs typeface="Arial" panose="020B0604020202020204" pitchFamily="34" charset="0"/>
              </a:rPr>
              <a:t>, </a:t>
            </a:r>
            <a:r>
              <a:rPr lang="pt-BR" sz="1000" dirty="0">
                <a:latin typeface="Arial" panose="020B0604020202020204" pitchFamily="34" charset="0"/>
                <a:cs typeface="Arial" panose="020B0604020202020204" pitchFamily="34" charset="0"/>
              </a:rPr>
              <a:t>para pressões superiores é necessário instalar o redutor de pressão adequado.  </a:t>
            </a:r>
          </a:p>
          <a:p>
            <a:pPr marL="171450" indent="-171450" algn="just">
              <a:buFont typeface="Arial" pitchFamily="34" charset="0"/>
              <a:buChar char="•"/>
            </a:pPr>
            <a:r>
              <a:rPr lang="pt-BR" sz="1000" dirty="0">
                <a:latin typeface="Arial" panose="020B0604020202020204" pitchFamily="34" charset="0"/>
                <a:cs typeface="Arial" panose="020B0604020202020204" pitchFamily="34" charset="0"/>
              </a:rPr>
              <a:t>Utilize canos e conexões hidráulicas adequadas, atóxicos e de boa qualidade, de ½’’ para a entrada de água e ¾’’ para saída. Dê preferência a canos e conexões e certifique-se que não existe vazamento na rede hidráulica após a instalação.</a:t>
            </a:r>
          </a:p>
          <a:p>
            <a:pPr marL="171450" indent="-171450" algn="just">
              <a:buFont typeface="Arial" pitchFamily="34" charset="0"/>
              <a:buChar char="•"/>
            </a:pPr>
            <a:r>
              <a:rPr lang="pt-BR" sz="1000" dirty="0">
                <a:latin typeface="Arial" panose="020B0604020202020204" pitchFamily="34" charset="0"/>
                <a:cs typeface="Arial" panose="020B0604020202020204" pitchFamily="34" charset="0"/>
              </a:rPr>
              <a:t>Rosqueie o cotovelo de ½ na rede hidráulica;</a:t>
            </a:r>
          </a:p>
          <a:p>
            <a:pPr marL="171450" indent="-171450" algn="just">
              <a:buFont typeface="Arial" pitchFamily="34" charset="0"/>
              <a:buChar char="•"/>
            </a:pPr>
            <a:r>
              <a:rPr lang="pt-BR" sz="1000" dirty="0">
                <a:latin typeface="Arial" panose="020B0604020202020204" pitchFamily="34" charset="0"/>
                <a:cs typeface="Arial" panose="020B0604020202020204" pitchFamily="34" charset="0"/>
              </a:rPr>
              <a:t>Conecte sua ponta de engate rápida á mangueira de 6 ou 8 mm;</a:t>
            </a:r>
          </a:p>
          <a:p>
            <a:pPr marL="171450" indent="-171450" algn="just">
              <a:buFont typeface="Arial" pitchFamily="34" charset="0"/>
              <a:buChar char="•"/>
            </a:pPr>
            <a:r>
              <a:rPr lang="pt-BR" sz="1000" dirty="0">
                <a:latin typeface="Arial" panose="020B0604020202020204" pitchFamily="34" charset="0"/>
                <a:cs typeface="Arial" panose="020B0604020202020204" pitchFamily="34" charset="0"/>
              </a:rPr>
              <a:t>Conecte em seguida  a outra ponta no bebedouro.</a:t>
            </a:r>
          </a:p>
          <a:p>
            <a:pPr algn="just"/>
            <a:endParaRPr lang="pt-BR" sz="1000" dirty="0">
              <a:latin typeface="Arial" panose="020B0604020202020204" pitchFamily="34" charset="0"/>
              <a:cs typeface="Arial" panose="020B0604020202020204" pitchFamily="34" charset="0"/>
            </a:endParaRPr>
          </a:p>
          <a:p>
            <a:pPr algn="just"/>
            <a:r>
              <a:rPr lang="pt-BR" sz="1000" dirty="0">
                <a:latin typeface="Arial" panose="020B0604020202020204" pitchFamily="34" charset="0"/>
                <a:cs typeface="Arial" panose="020B0604020202020204" pitchFamily="34" charset="0"/>
              </a:rPr>
              <a:t>Obs.: 1 – Nos locais em que a pureza da água for duvidosa, sugerimos a colocação de filtro externo (Vendido separadamente)</a:t>
            </a:r>
          </a:p>
          <a:p>
            <a:pPr algn="just"/>
            <a:r>
              <a:rPr lang="pt-BR" sz="1000" dirty="0">
                <a:latin typeface="Arial" panose="020B0604020202020204" pitchFamily="34" charset="0"/>
                <a:cs typeface="Arial" panose="020B0604020202020204" pitchFamily="34" charset="0"/>
              </a:rPr>
              <a:t>Obs.: 2 – Feita todas as conexões, retire imediata e obrigatoriamente o filme plástico de proteção para que não aja aderência permanente. </a:t>
            </a:r>
          </a:p>
          <a:p>
            <a:pPr algn="just"/>
            <a:endParaRPr lang="pt-BR" sz="1000" dirty="0">
              <a:latin typeface="Arial" panose="020B0604020202020204" pitchFamily="34" charset="0"/>
              <a:cs typeface="Arial" panose="020B0604020202020204" pitchFamily="34" charset="0"/>
            </a:endParaRPr>
          </a:p>
          <a:p>
            <a:pPr marL="171450" indent="-171450" algn="just">
              <a:buFont typeface="Arial" pitchFamily="34" charset="0"/>
              <a:buChar char="•"/>
            </a:pPr>
            <a:r>
              <a:rPr lang="pt-BR" sz="1000" dirty="0">
                <a:latin typeface="Arial" panose="020B0604020202020204" pitchFamily="34" charset="0"/>
                <a:cs typeface="Arial" panose="020B0604020202020204" pitchFamily="34" charset="0"/>
              </a:rPr>
              <a:t>Descartar toda a água utilizada para encher o tanque do bebedouro na primeira vez que ligar o aparelho.</a:t>
            </a:r>
          </a:p>
          <a:p>
            <a:pPr marL="171450" indent="-171450" algn="just">
              <a:buFont typeface="Arial" pitchFamily="34" charset="0"/>
              <a:buChar char="•"/>
            </a:pPr>
            <a:r>
              <a:rPr lang="pt-BR" sz="1000" dirty="0">
                <a:latin typeface="Arial" panose="020B0604020202020204" pitchFamily="34" charset="0"/>
                <a:cs typeface="Arial" panose="020B0604020202020204" pitchFamily="34" charset="0"/>
              </a:rPr>
              <a:t>Verifique a voltagem do produto e utilize uma tomada exclusiva para ele.</a:t>
            </a:r>
          </a:p>
          <a:p>
            <a:pPr marL="171450" indent="-171450" algn="just">
              <a:buFont typeface="Arial" pitchFamily="34" charset="0"/>
              <a:buChar char="•"/>
            </a:pPr>
            <a:r>
              <a:rPr lang="pt-BR" sz="1000" dirty="0">
                <a:latin typeface="Arial" panose="020B0604020202020204" pitchFamily="34" charset="0"/>
                <a:cs typeface="Arial" panose="020B0604020202020204" pitchFamily="34" charset="0"/>
              </a:rPr>
              <a:t>Não utilize extensões ou conectores.</a:t>
            </a:r>
          </a:p>
          <a:p>
            <a:pPr algn="just"/>
            <a:endParaRPr lang="pt-BR" sz="1000" dirty="0">
              <a:latin typeface="Arial" panose="020B0604020202020204" pitchFamily="34" charset="0"/>
              <a:cs typeface="Arial" panose="020B0604020202020204" pitchFamily="34" charset="0"/>
            </a:endParaRPr>
          </a:p>
          <a:p>
            <a:pPr algn="just"/>
            <a:r>
              <a:rPr lang="pt-BR" sz="1000" b="1" dirty="0">
                <a:latin typeface="Arial" panose="020B0604020202020204" pitchFamily="34" charset="0"/>
                <a:cs typeface="Arial" panose="020B0604020202020204" pitchFamily="34" charset="0"/>
              </a:rPr>
              <a:t>Grau de Proteção: IPX0 – Classe I</a:t>
            </a:r>
          </a:p>
          <a:p>
            <a:pPr algn="just"/>
            <a:endParaRPr lang="pt-BR" sz="1000" b="1" dirty="0">
              <a:latin typeface="Arial" panose="020B0604020202020204" pitchFamily="34" charset="0"/>
              <a:cs typeface="Arial" panose="020B0604020202020204" pitchFamily="34" charset="0"/>
            </a:endParaRPr>
          </a:p>
          <a:p>
            <a:pPr algn="just"/>
            <a:r>
              <a:rPr lang="pt-BR" sz="1000" b="1" dirty="0">
                <a:latin typeface="Arial" panose="020B0604020202020204" pitchFamily="34" charset="0"/>
                <a:cs typeface="Arial" panose="020B0604020202020204" pitchFamily="34" charset="0"/>
              </a:rPr>
              <a:t>CUIDADO:</a:t>
            </a:r>
          </a:p>
          <a:p>
            <a:pPr algn="just"/>
            <a:r>
              <a:rPr lang="pt-BR" sz="1000" dirty="0">
                <a:latin typeface="Arial" panose="020B0604020202020204" pitchFamily="34" charset="0"/>
                <a:cs typeface="Arial" panose="020B0604020202020204" pitchFamily="34" charset="0"/>
              </a:rPr>
              <a:t>6.4  Se o cordão de alimentação estiver danificado, ele deve  ser substituído pelo fabricante ou agente autorizado ou pessoa qualificada a fim de evitar risco.</a:t>
            </a:r>
          </a:p>
          <a:p>
            <a:pPr algn="just"/>
            <a:endParaRPr lang="pt-BR" sz="1000" dirty="0">
              <a:latin typeface="Arial" panose="020B0604020202020204" pitchFamily="34" charset="0"/>
              <a:cs typeface="Arial" panose="020B0604020202020204" pitchFamily="34" charset="0"/>
            </a:endParaRPr>
          </a:p>
          <a:p>
            <a:pPr marL="342900" indent="-342900" algn="just">
              <a:buFont typeface="Arial" pitchFamily="34" charset="0"/>
              <a:buChar char="•"/>
            </a:pPr>
            <a:endParaRPr lang="pt-BR" sz="2000" dirty="0">
              <a:latin typeface="Arial" panose="020B0604020202020204" pitchFamily="34" charset="0"/>
              <a:cs typeface="Arial" panose="020B0604020202020204" pitchFamily="34" charset="0"/>
            </a:endParaRPr>
          </a:p>
        </p:txBody>
      </p:sp>
    </p:spTree>
    <p:extLst>
      <p:ext uri="{BB962C8B-B14F-4D97-AF65-F5344CB8AC3E}">
        <p14:creationId xmlns:p14="http://schemas.microsoft.com/office/powerpoint/2010/main" val="830138236"/>
      </p:ext>
    </p:extLst>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1" name="Retângulo 10">
            <a:extLst>
              <a:ext uri="{FF2B5EF4-FFF2-40B4-BE49-F238E27FC236}">
                <a16:creationId xmlns:a16="http://schemas.microsoft.com/office/drawing/2014/main" id="{71CBC30F-0131-4D4F-858C-94D3F58C7319}"/>
              </a:ext>
            </a:extLst>
          </p:cNvPr>
          <p:cNvSpPr/>
          <p:nvPr/>
        </p:nvSpPr>
        <p:spPr>
          <a:xfrm>
            <a:off x="161801" y="108223"/>
            <a:ext cx="5001042" cy="229391"/>
          </a:xfrm>
          <a:prstGeom prst="rect">
            <a:avLst/>
          </a:prstGeom>
          <a:solidFill>
            <a:schemeClr val="bg1">
              <a:lumMod val="85000"/>
            </a:schemeClr>
          </a:solidFill>
          <a:ln>
            <a:solidFill>
              <a:schemeClr val="bg1">
                <a:lumMod val="85000"/>
              </a:schemeClr>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r>
              <a:rPr lang="pt-BR" sz="1100" b="1" dirty="0">
                <a:solidFill>
                  <a:schemeClr val="tx1"/>
                </a:solidFill>
              </a:rPr>
              <a:t>7. APÓS INSTALADO O BEBEDOURO: </a:t>
            </a:r>
          </a:p>
        </p:txBody>
      </p:sp>
      <p:sp>
        <p:nvSpPr>
          <p:cNvPr id="12" name="CaixaDeTexto 11"/>
          <p:cNvSpPr txBox="1"/>
          <p:nvPr/>
        </p:nvSpPr>
        <p:spPr>
          <a:xfrm>
            <a:off x="161801" y="396255"/>
            <a:ext cx="4982997" cy="769441"/>
          </a:xfrm>
          <a:prstGeom prst="rect">
            <a:avLst/>
          </a:prstGeom>
          <a:noFill/>
        </p:spPr>
        <p:txBody>
          <a:bodyPr wrap="square" rtlCol="0">
            <a:spAutoFit/>
          </a:bodyPr>
          <a:lstStyle/>
          <a:p>
            <a:pPr algn="just"/>
            <a:r>
              <a:rPr lang="pt-BR" sz="1100" dirty="0"/>
              <a:t>7.1 Temperatura da água de entrada no bebedouro deverá ser de no mínimo 10°C e no máximo de 20°C.</a:t>
            </a:r>
          </a:p>
          <a:p>
            <a:pPr algn="just"/>
            <a:r>
              <a:rPr lang="pt-BR" sz="1100" dirty="0"/>
              <a:t>7.2 Ligue o bebedouro a rede elétrica e aguarde aproximadamente 3 horas para obter água gelada.</a:t>
            </a:r>
          </a:p>
        </p:txBody>
      </p:sp>
      <p:graphicFrame>
        <p:nvGraphicFramePr>
          <p:cNvPr id="13" name="Tabela 12"/>
          <p:cNvGraphicFramePr>
            <a:graphicFrameLocks noGrp="1"/>
          </p:cNvGraphicFramePr>
          <p:nvPr>
            <p:extLst>
              <p:ext uri="{D42A27DB-BD31-4B8C-83A1-F6EECF244321}">
                <p14:modId xmlns:p14="http://schemas.microsoft.com/office/powerpoint/2010/main" val="2246083419"/>
              </p:ext>
            </p:extLst>
          </p:nvPr>
        </p:nvGraphicFramePr>
        <p:xfrm>
          <a:off x="233809" y="1260351"/>
          <a:ext cx="4824536" cy="426720"/>
        </p:xfrm>
        <a:graphic>
          <a:graphicData uri="http://schemas.openxmlformats.org/drawingml/2006/table">
            <a:tbl>
              <a:tblPr firstRow="1" bandRow="1">
                <a:tableStyleId>{5940675A-B579-460E-94D1-54222C63F5DA}</a:tableStyleId>
              </a:tblPr>
              <a:tblGrid>
                <a:gridCol w="4824536">
                  <a:extLst>
                    <a:ext uri="{9D8B030D-6E8A-4147-A177-3AD203B41FA5}">
                      <a16:colId xmlns:a16="http://schemas.microsoft.com/office/drawing/2014/main" val="20000"/>
                    </a:ext>
                  </a:extLst>
                </a:gridCol>
              </a:tblGrid>
              <a:tr h="370840">
                <a:tc>
                  <a:txBody>
                    <a:bodyPr/>
                    <a:lstStyle/>
                    <a:p>
                      <a:r>
                        <a:rPr lang="pt-BR" sz="1100" b="1" dirty="0"/>
                        <a:t>7.3</a:t>
                      </a:r>
                      <a:r>
                        <a:rPr lang="pt-BR" sz="1100" b="1" baseline="0" dirty="0"/>
                        <a:t> Descarta toda a água utilizada para encher o tanque do bebedouro na primeira vez que ligar o aparelho.</a:t>
                      </a:r>
                      <a:endParaRPr lang="pt-BR" sz="1100" b="1" dirty="0"/>
                    </a:p>
                  </a:txBody>
                  <a:tcPr/>
                </a:tc>
                <a:extLst>
                  <a:ext uri="{0D108BD9-81ED-4DB2-BD59-A6C34878D82A}">
                    <a16:rowId xmlns:a16="http://schemas.microsoft.com/office/drawing/2014/main" val="10000"/>
                  </a:ext>
                </a:extLst>
              </a:tr>
            </a:tbl>
          </a:graphicData>
        </a:graphic>
      </p:graphicFrame>
      <p:sp>
        <p:nvSpPr>
          <p:cNvPr id="14" name="CaixaDeTexto 13"/>
          <p:cNvSpPr txBox="1"/>
          <p:nvPr/>
        </p:nvSpPr>
        <p:spPr>
          <a:xfrm>
            <a:off x="149761" y="1694331"/>
            <a:ext cx="4978942" cy="1615827"/>
          </a:xfrm>
          <a:prstGeom prst="rect">
            <a:avLst/>
          </a:prstGeom>
          <a:noFill/>
        </p:spPr>
        <p:txBody>
          <a:bodyPr wrap="square" rtlCol="0">
            <a:spAutoFit/>
          </a:bodyPr>
          <a:lstStyle/>
          <a:p>
            <a:pPr algn="just"/>
            <a:r>
              <a:rPr lang="pt-BR" sz="1100" dirty="0"/>
              <a:t>7.4  O controle de temperatura é automático, não é necessário desliga-lo nunca.</a:t>
            </a:r>
          </a:p>
          <a:p>
            <a:pPr algn="just"/>
            <a:r>
              <a:rPr lang="pt-BR" sz="1100" dirty="0"/>
              <a:t>7.5 Os bebedouros não possuem filtro interno, por isso é fundamental utilizar apenas água potável e de boa qualidade. (temos filtro opcional )</a:t>
            </a:r>
          </a:p>
          <a:p>
            <a:pPr algn="just"/>
            <a:r>
              <a:rPr lang="pt-BR" sz="1100" dirty="0"/>
              <a:t>7.6 Seu bebedouro foi projetado para gelar água. Sucos, refrigerantes e outros líquidos podem deixar resíduos e desenvolver micro organismos nocivos a saúde nas partes internas do aparelho.</a:t>
            </a:r>
          </a:p>
          <a:p>
            <a:endParaRPr lang="pt-BR" sz="1100" dirty="0"/>
          </a:p>
          <a:p>
            <a:r>
              <a:rPr lang="pt-BR" sz="1100" dirty="0"/>
              <a:t> </a:t>
            </a:r>
          </a:p>
          <a:p>
            <a:r>
              <a:rPr lang="pt-BR" sz="1100" dirty="0"/>
              <a:t> </a:t>
            </a:r>
          </a:p>
        </p:txBody>
      </p:sp>
      <p:graphicFrame>
        <p:nvGraphicFramePr>
          <p:cNvPr id="15" name="Tabela 14"/>
          <p:cNvGraphicFramePr>
            <a:graphicFrameLocks noGrp="1"/>
          </p:cNvGraphicFramePr>
          <p:nvPr>
            <p:extLst>
              <p:ext uri="{D42A27DB-BD31-4B8C-83A1-F6EECF244321}">
                <p14:modId xmlns:p14="http://schemas.microsoft.com/office/powerpoint/2010/main" val="1562732624"/>
              </p:ext>
            </p:extLst>
          </p:nvPr>
        </p:nvGraphicFramePr>
        <p:xfrm>
          <a:off x="233809" y="3066690"/>
          <a:ext cx="4824536" cy="1329933"/>
        </p:xfrm>
        <a:graphic>
          <a:graphicData uri="http://schemas.openxmlformats.org/drawingml/2006/table">
            <a:tbl>
              <a:tblPr firstRow="1" bandRow="1">
                <a:tableStyleId>{5940675A-B579-460E-94D1-54222C63F5DA}</a:tableStyleId>
              </a:tblPr>
              <a:tblGrid>
                <a:gridCol w="825971">
                  <a:extLst>
                    <a:ext uri="{9D8B030D-6E8A-4147-A177-3AD203B41FA5}">
                      <a16:colId xmlns:a16="http://schemas.microsoft.com/office/drawing/2014/main" val="20000"/>
                    </a:ext>
                  </a:extLst>
                </a:gridCol>
                <a:gridCol w="2813312">
                  <a:extLst>
                    <a:ext uri="{9D8B030D-6E8A-4147-A177-3AD203B41FA5}">
                      <a16:colId xmlns:a16="http://schemas.microsoft.com/office/drawing/2014/main" val="20001"/>
                    </a:ext>
                  </a:extLst>
                </a:gridCol>
                <a:gridCol w="1185253">
                  <a:extLst>
                    <a:ext uri="{9D8B030D-6E8A-4147-A177-3AD203B41FA5}">
                      <a16:colId xmlns:a16="http://schemas.microsoft.com/office/drawing/2014/main" val="20002"/>
                    </a:ext>
                  </a:extLst>
                </a:gridCol>
              </a:tblGrid>
              <a:tr h="234392">
                <a:tc>
                  <a:txBody>
                    <a:bodyPr/>
                    <a:lstStyle/>
                    <a:p>
                      <a:pPr algn="ctr"/>
                      <a:r>
                        <a:rPr lang="pt-BR" sz="1200" dirty="0"/>
                        <a:t>MODELO</a:t>
                      </a:r>
                    </a:p>
                  </a:txBody>
                  <a:tcPr/>
                </a:tc>
                <a:tc>
                  <a:txBody>
                    <a:bodyPr/>
                    <a:lstStyle/>
                    <a:p>
                      <a:pPr algn="ctr"/>
                      <a:r>
                        <a:rPr lang="pt-BR" sz="1200" dirty="0"/>
                        <a:t>DESCRIÇÃO DO PRODUTO</a:t>
                      </a:r>
                    </a:p>
                  </a:txBody>
                  <a:tcPr/>
                </a:tc>
                <a:tc>
                  <a:txBody>
                    <a:bodyPr/>
                    <a:lstStyle/>
                    <a:p>
                      <a:pPr algn="ctr"/>
                      <a:r>
                        <a:rPr lang="pt-BR" sz="1200" dirty="0"/>
                        <a:t>VAZÃO (1/H)</a:t>
                      </a:r>
                    </a:p>
                  </a:txBody>
                  <a:tcPr/>
                </a:tc>
                <a:extLst>
                  <a:ext uri="{0D108BD9-81ED-4DB2-BD59-A6C34878D82A}">
                    <a16:rowId xmlns:a16="http://schemas.microsoft.com/office/drawing/2014/main" val="10000"/>
                  </a:ext>
                </a:extLst>
              </a:tr>
              <a:tr h="1055613">
                <a:tc>
                  <a:txBody>
                    <a:bodyPr/>
                    <a:lstStyle/>
                    <a:p>
                      <a:pPr algn="ctr"/>
                      <a:r>
                        <a:rPr lang="pt-BR" sz="1200" b="0" dirty="0"/>
                        <a:t>BI02T</a:t>
                      </a:r>
                    </a:p>
                    <a:p>
                      <a:pPr algn="ctr"/>
                      <a:r>
                        <a:rPr lang="pt-BR" sz="1200" b="0" dirty="0"/>
                        <a:t>BI03T</a:t>
                      </a:r>
                    </a:p>
                    <a:p>
                      <a:pPr algn="ctr"/>
                      <a:r>
                        <a:rPr lang="pt-BR" sz="1200" b="0" dirty="0"/>
                        <a:t>BI04T</a:t>
                      </a:r>
                    </a:p>
                    <a:p>
                      <a:pPr algn="ctr"/>
                      <a:r>
                        <a:rPr lang="pt-BR" sz="1200" b="0" dirty="0"/>
                        <a:t>BI05T</a:t>
                      </a:r>
                    </a:p>
                    <a:p>
                      <a:pPr algn="ctr"/>
                      <a:r>
                        <a:rPr lang="pt-BR" sz="1200" b="0" dirty="0"/>
                        <a:t>BI06T</a:t>
                      </a:r>
                    </a:p>
                  </a:txBody>
                  <a:tcPr/>
                </a:tc>
                <a:tc>
                  <a:txBody>
                    <a:bodyPr/>
                    <a:lstStyle/>
                    <a:p>
                      <a:pPr algn="ctr"/>
                      <a:r>
                        <a:rPr lang="pt-BR" sz="1200" dirty="0"/>
                        <a:t>Bebedouro</a:t>
                      </a:r>
                      <a:r>
                        <a:rPr lang="pt-BR" sz="1200" baseline="0" dirty="0"/>
                        <a:t> industrial de 2 torneiras</a:t>
                      </a:r>
                    </a:p>
                    <a:p>
                      <a:pPr marL="0" marR="0" indent="0" algn="ctr" defTabSz="1043056" rtl="0" eaLnBrk="1" fontAlgn="auto" latinLnBrk="0" hangingPunct="1">
                        <a:lnSpc>
                          <a:spcPct val="100000"/>
                        </a:lnSpc>
                        <a:spcBef>
                          <a:spcPts val="0"/>
                        </a:spcBef>
                        <a:spcAft>
                          <a:spcPts val="0"/>
                        </a:spcAft>
                        <a:buClrTx/>
                        <a:buSzTx/>
                        <a:buFontTx/>
                        <a:buNone/>
                        <a:tabLst/>
                        <a:defRPr/>
                      </a:pPr>
                      <a:r>
                        <a:rPr lang="pt-BR" sz="1200" dirty="0"/>
                        <a:t>Bebedouro</a:t>
                      </a:r>
                      <a:r>
                        <a:rPr lang="pt-BR" sz="1200" baseline="0" dirty="0"/>
                        <a:t> industrial de 3 torneiras</a:t>
                      </a:r>
                    </a:p>
                    <a:p>
                      <a:pPr marL="0" marR="0" indent="0" algn="ctr" defTabSz="1043056" rtl="0" eaLnBrk="1" fontAlgn="auto" latinLnBrk="0" hangingPunct="1">
                        <a:lnSpc>
                          <a:spcPct val="100000"/>
                        </a:lnSpc>
                        <a:spcBef>
                          <a:spcPts val="0"/>
                        </a:spcBef>
                        <a:spcAft>
                          <a:spcPts val="0"/>
                        </a:spcAft>
                        <a:buClrTx/>
                        <a:buSzTx/>
                        <a:buFontTx/>
                        <a:buNone/>
                        <a:tabLst/>
                        <a:defRPr/>
                      </a:pPr>
                      <a:r>
                        <a:rPr lang="pt-BR" sz="1200" dirty="0"/>
                        <a:t>Bebedouro</a:t>
                      </a:r>
                      <a:r>
                        <a:rPr lang="pt-BR" sz="1200" baseline="0" dirty="0"/>
                        <a:t> industrial de 4 torneiras</a:t>
                      </a:r>
                    </a:p>
                    <a:p>
                      <a:pPr marL="0" marR="0" indent="0" algn="ctr" defTabSz="1043056" rtl="0" eaLnBrk="1" fontAlgn="auto" latinLnBrk="0" hangingPunct="1">
                        <a:lnSpc>
                          <a:spcPct val="100000"/>
                        </a:lnSpc>
                        <a:spcBef>
                          <a:spcPts val="0"/>
                        </a:spcBef>
                        <a:spcAft>
                          <a:spcPts val="0"/>
                        </a:spcAft>
                        <a:buClrTx/>
                        <a:buSzTx/>
                        <a:buFontTx/>
                        <a:buNone/>
                        <a:tabLst/>
                        <a:defRPr/>
                      </a:pPr>
                      <a:r>
                        <a:rPr lang="pt-BR" sz="1200" dirty="0"/>
                        <a:t>Bebedouro</a:t>
                      </a:r>
                      <a:r>
                        <a:rPr lang="pt-BR" sz="1200" baseline="0" dirty="0"/>
                        <a:t> industrial de 5 torneiras</a:t>
                      </a:r>
                    </a:p>
                    <a:p>
                      <a:pPr marL="0" marR="0" indent="0" algn="ctr" defTabSz="1043056" rtl="0" eaLnBrk="1" fontAlgn="auto" latinLnBrk="0" hangingPunct="1">
                        <a:lnSpc>
                          <a:spcPct val="100000"/>
                        </a:lnSpc>
                        <a:spcBef>
                          <a:spcPts val="0"/>
                        </a:spcBef>
                        <a:spcAft>
                          <a:spcPts val="0"/>
                        </a:spcAft>
                        <a:buClrTx/>
                        <a:buSzTx/>
                        <a:buFontTx/>
                        <a:buNone/>
                        <a:tabLst/>
                        <a:defRPr/>
                      </a:pPr>
                      <a:r>
                        <a:rPr lang="pt-BR" sz="1200" dirty="0"/>
                        <a:t>Bebedouro</a:t>
                      </a:r>
                      <a:r>
                        <a:rPr lang="pt-BR" sz="1200" baseline="0" dirty="0"/>
                        <a:t> industrial de 6 torneiras</a:t>
                      </a:r>
                    </a:p>
                  </a:txBody>
                  <a:tcPr/>
                </a:tc>
                <a:tc>
                  <a:txBody>
                    <a:bodyPr/>
                    <a:lstStyle/>
                    <a:p>
                      <a:pPr algn="ctr"/>
                      <a:r>
                        <a:rPr lang="pt-BR" sz="1200" dirty="0"/>
                        <a:t>402,60</a:t>
                      </a:r>
                    </a:p>
                    <a:p>
                      <a:pPr algn="ctr"/>
                      <a:r>
                        <a:rPr lang="pt-BR" sz="1200" dirty="0"/>
                        <a:t>646,20</a:t>
                      </a:r>
                    </a:p>
                    <a:p>
                      <a:pPr algn="ctr"/>
                      <a:r>
                        <a:rPr lang="pt-BR" sz="1200" dirty="0"/>
                        <a:t>961,20</a:t>
                      </a:r>
                    </a:p>
                    <a:p>
                      <a:pPr algn="ctr"/>
                      <a:r>
                        <a:rPr lang="pt-BR" sz="1200" dirty="0"/>
                        <a:t>1263,80</a:t>
                      </a:r>
                    </a:p>
                    <a:p>
                      <a:pPr algn="ctr"/>
                      <a:r>
                        <a:rPr lang="pt-BR" sz="1200" dirty="0"/>
                        <a:t>1591,20</a:t>
                      </a:r>
                    </a:p>
                  </a:txBody>
                  <a:tcPr/>
                </a:tc>
                <a:extLst>
                  <a:ext uri="{0D108BD9-81ED-4DB2-BD59-A6C34878D82A}">
                    <a16:rowId xmlns:a16="http://schemas.microsoft.com/office/drawing/2014/main" val="10001"/>
                  </a:ext>
                </a:extLst>
              </a:tr>
            </a:tbl>
          </a:graphicData>
        </a:graphic>
      </p:graphicFrame>
      <p:sp>
        <p:nvSpPr>
          <p:cNvPr id="16" name="CaixaDeTexto 15"/>
          <p:cNvSpPr txBox="1"/>
          <p:nvPr/>
        </p:nvSpPr>
        <p:spPr>
          <a:xfrm>
            <a:off x="174715" y="2795704"/>
            <a:ext cx="4929034" cy="261610"/>
          </a:xfrm>
          <a:prstGeom prst="rect">
            <a:avLst/>
          </a:prstGeom>
          <a:noFill/>
        </p:spPr>
        <p:txBody>
          <a:bodyPr wrap="square" rtlCol="0">
            <a:spAutoFit/>
          </a:bodyPr>
          <a:lstStyle/>
          <a:p>
            <a:r>
              <a:rPr lang="pt-BR" sz="1100" b="1" dirty="0"/>
              <a:t>VAZÕES MÁXIMAS:</a:t>
            </a:r>
          </a:p>
        </p:txBody>
      </p:sp>
      <p:sp>
        <p:nvSpPr>
          <p:cNvPr id="17" name="Retângulo 16">
            <a:extLst>
              <a:ext uri="{FF2B5EF4-FFF2-40B4-BE49-F238E27FC236}">
                <a16:creationId xmlns:a16="http://schemas.microsoft.com/office/drawing/2014/main" id="{7F697C50-059A-45AA-8F44-F40FF464DE38}"/>
              </a:ext>
            </a:extLst>
          </p:cNvPr>
          <p:cNvSpPr/>
          <p:nvPr/>
        </p:nvSpPr>
        <p:spPr>
          <a:xfrm>
            <a:off x="165978" y="4666875"/>
            <a:ext cx="5001042" cy="229391"/>
          </a:xfrm>
          <a:prstGeom prst="rect">
            <a:avLst/>
          </a:prstGeom>
          <a:solidFill>
            <a:schemeClr val="bg1">
              <a:lumMod val="85000"/>
            </a:schemeClr>
          </a:solidFill>
          <a:ln>
            <a:solidFill>
              <a:schemeClr val="bg1">
                <a:lumMod val="85000"/>
              </a:schemeClr>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r>
              <a:rPr lang="pt-BR" sz="1100" b="1" dirty="0">
                <a:solidFill>
                  <a:schemeClr val="tx1"/>
                </a:solidFill>
              </a:rPr>
              <a:t>8. SEGURANÇA:</a:t>
            </a:r>
          </a:p>
        </p:txBody>
      </p:sp>
      <p:sp>
        <p:nvSpPr>
          <p:cNvPr id="21" name="CaixaDeTexto 20"/>
          <p:cNvSpPr txBox="1"/>
          <p:nvPr/>
        </p:nvSpPr>
        <p:spPr>
          <a:xfrm>
            <a:off x="165978" y="4896266"/>
            <a:ext cx="5001042" cy="1446550"/>
          </a:xfrm>
          <a:prstGeom prst="rect">
            <a:avLst/>
          </a:prstGeom>
          <a:noFill/>
        </p:spPr>
        <p:txBody>
          <a:bodyPr wrap="square" rtlCol="0">
            <a:spAutoFit/>
          </a:bodyPr>
          <a:lstStyle/>
          <a:p>
            <a:pPr algn="just"/>
            <a:r>
              <a:rPr lang="pt-BR" sz="1100" dirty="0"/>
              <a:t>8.1 Crianças devem ser supervisionadas para que não brinquem com o aparelho.</a:t>
            </a:r>
          </a:p>
          <a:p>
            <a:pPr algn="just"/>
            <a:r>
              <a:rPr lang="pt-BR" sz="1100" dirty="0"/>
              <a:t>8.2 Nunca coloque  o aparelho perto de produtos inflamáveis, nem obstrua as  entradas de ar que ficam nas laterais ou no fundo do aparelho. </a:t>
            </a:r>
          </a:p>
          <a:p>
            <a:pPr algn="just"/>
            <a:r>
              <a:rPr lang="pt-BR" sz="1100" dirty="0"/>
              <a:t>8.3 Na parte do circuito refrigerante não fure os tubos de cobre ou de inox pois é por ele que o gás refrigerante chega até a serpentina que está  dentro do tanque.</a:t>
            </a:r>
          </a:p>
          <a:p>
            <a:pPr algn="just"/>
            <a:r>
              <a:rPr lang="pt-BR" sz="1100" dirty="0"/>
              <a:t>8.4 Para evitar danos ao aparelho, nunca desligue-o puxando pelo cordão elétrico.</a:t>
            </a:r>
          </a:p>
          <a:p>
            <a:pPr algn="just"/>
            <a:r>
              <a:rPr lang="pt-BR" sz="1100" dirty="0"/>
              <a:t>8.5 O uso de acessórios não recomendados para este aparelho, poderá causar acidentes e/ou mau funcionamento do aparelho.</a:t>
            </a:r>
          </a:p>
        </p:txBody>
      </p:sp>
    </p:spTree>
    <p:extLst>
      <p:ext uri="{BB962C8B-B14F-4D97-AF65-F5344CB8AC3E}">
        <p14:creationId xmlns:p14="http://schemas.microsoft.com/office/powerpoint/2010/main" val="2852820206"/>
      </p:ext>
    </p:extLst>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3" name="Retângulo 12">
            <a:extLst>
              <a:ext uri="{FF2B5EF4-FFF2-40B4-BE49-F238E27FC236}">
                <a16:creationId xmlns:a16="http://schemas.microsoft.com/office/drawing/2014/main" id="{E0FF72BE-3DAB-45B8-8B8A-7D78F162DA1A}"/>
              </a:ext>
            </a:extLst>
          </p:cNvPr>
          <p:cNvSpPr/>
          <p:nvPr/>
        </p:nvSpPr>
        <p:spPr>
          <a:xfrm>
            <a:off x="177577" y="175696"/>
            <a:ext cx="5001042" cy="229391"/>
          </a:xfrm>
          <a:prstGeom prst="rect">
            <a:avLst/>
          </a:prstGeom>
          <a:solidFill>
            <a:schemeClr val="bg1">
              <a:lumMod val="85000"/>
            </a:schemeClr>
          </a:solidFill>
          <a:ln>
            <a:solidFill>
              <a:schemeClr val="bg1">
                <a:lumMod val="85000"/>
              </a:schemeClr>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r>
              <a:rPr lang="pt-BR" sz="1100" b="1" dirty="0">
                <a:solidFill>
                  <a:schemeClr val="tx1"/>
                </a:solidFill>
              </a:rPr>
              <a:t>9. </a:t>
            </a:r>
            <a:r>
              <a:rPr lang="pt-BR" sz="1100" b="1">
                <a:solidFill>
                  <a:schemeClr val="tx1"/>
                </a:solidFill>
              </a:rPr>
              <a:t>FUNCIONAMENTO E UTILIZAÇÃO</a:t>
            </a:r>
            <a:endParaRPr lang="pt-BR" sz="1100" b="1" dirty="0">
              <a:solidFill>
                <a:schemeClr val="tx1"/>
              </a:solidFill>
            </a:endParaRPr>
          </a:p>
        </p:txBody>
      </p:sp>
      <p:sp>
        <p:nvSpPr>
          <p:cNvPr id="14" name="Retângulo 13">
            <a:extLst>
              <a:ext uri="{FF2B5EF4-FFF2-40B4-BE49-F238E27FC236}">
                <a16:creationId xmlns:a16="http://schemas.microsoft.com/office/drawing/2014/main" id="{B660E073-58AC-4A27-8256-33C951299F94}"/>
              </a:ext>
            </a:extLst>
          </p:cNvPr>
          <p:cNvSpPr/>
          <p:nvPr/>
        </p:nvSpPr>
        <p:spPr>
          <a:xfrm>
            <a:off x="161801" y="2253366"/>
            <a:ext cx="5001042" cy="229391"/>
          </a:xfrm>
          <a:prstGeom prst="rect">
            <a:avLst/>
          </a:prstGeom>
          <a:solidFill>
            <a:schemeClr val="bg1">
              <a:lumMod val="85000"/>
            </a:schemeClr>
          </a:solidFill>
          <a:ln>
            <a:solidFill>
              <a:schemeClr val="bg1">
                <a:lumMod val="85000"/>
              </a:schemeClr>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r>
              <a:rPr lang="pt-BR" sz="1100" b="1" dirty="0">
                <a:solidFill>
                  <a:schemeClr val="tx1"/>
                </a:solidFill>
              </a:rPr>
              <a:t>10. ATERAMENTO </a:t>
            </a:r>
            <a:endParaRPr lang="pt-BR" sz="1100" b="1" i="1" dirty="0">
              <a:solidFill>
                <a:schemeClr val="tx1"/>
              </a:solidFill>
            </a:endParaRPr>
          </a:p>
        </p:txBody>
      </p:sp>
      <p:sp>
        <p:nvSpPr>
          <p:cNvPr id="15" name="CaixaDeTexto 14"/>
          <p:cNvSpPr txBox="1"/>
          <p:nvPr/>
        </p:nvSpPr>
        <p:spPr>
          <a:xfrm>
            <a:off x="177578" y="468262"/>
            <a:ext cx="5001042" cy="1785104"/>
          </a:xfrm>
          <a:prstGeom prst="rect">
            <a:avLst/>
          </a:prstGeom>
          <a:noFill/>
        </p:spPr>
        <p:txBody>
          <a:bodyPr wrap="square" rtlCol="0">
            <a:spAutoFit/>
          </a:bodyPr>
          <a:lstStyle/>
          <a:p>
            <a:pPr algn="just"/>
            <a:r>
              <a:rPr lang="pt-BR" sz="1100" b="1" dirty="0"/>
              <a:t>9.1 Como ligar seu equipamento</a:t>
            </a:r>
            <a:endParaRPr lang="pt-BR" sz="1100" dirty="0"/>
          </a:p>
          <a:p>
            <a:pPr algn="just"/>
            <a:endParaRPr lang="pt-BR" sz="1100" b="1" dirty="0"/>
          </a:p>
          <a:p>
            <a:pPr marL="171450" indent="-171450" algn="just">
              <a:buFont typeface="Arial" pitchFamily="34" charset="0"/>
              <a:buChar char="•"/>
            </a:pPr>
            <a:r>
              <a:rPr lang="pt-BR" sz="1100" b="1" dirty="0"/>
              <a:t>Para ligar, coloque o plugue na tomada. Em uso normal funciona na faixa de temperatura de 5°C a 10°C.</a:t>
            </a:r>
          </a:p>
          <a:p>
            <a:pPr marL="171450" indent="-171450" algn="just">
              <a:buFont typeface="Arial" pitchFamily="34" charset="0"/>
              <a:buChar char="•"/>
            </a:pPr>
            <a:endParaRPr lang="pt-BR" sz="1100" b="1" dirty="0"/>
          </a:p>
          <a:p>
            <a:pPr marL="171450" indent="-171450" algn="just">
              <a:buFont typeface="Arial" pitchFamily="34" charset="0"/>
              <a:buChar char="•"/>
            </a:pPr>
            <a:r>
              <a:rPr lang="pt-BR" sz="1100" b="1" dirty="0"/>
              <a:t>O termostato sai regulado de fábrica, objetivando melhor desempenho e economia.</a:t>
            </a:r>
          </a:p>
          <a:p>
            <a:pPr marL="171450" indent="-171450" algn="just">
              <a:buFont typeface="Arial" pitchFamily="34" charset="0"/>
              <a:buChar char="•"/>
            </a:pPr>
            <a:endParaRPr lang="pt-BR" sz="1100" b="1" dirty="0"/>
          </a:p>
          <a:p>
            <a:pPr marL="171450" indent="-171450" algn="just">
              <a:buFont typeface="Arial" pitchFamily="34" charset="0"/>
              <a:buChar char="•"/>
            </a:pPr>
            <a:r>
              <a:rPr lang="pt-BR" sz="1100" b="1" dirty="0"/>
              <a:t>No caso de defeito ou nova regulagem do termostato, é necessário chamar a Assistência técnica Autorizada.  </a:t>
            </a:r>
          </a:p>
        </p:txBody>
      </p:sp>
      <p:sp>
        <p:nvSpPr>
          <p:cNvPr id="16" name="CaixaDeTexto 15"/>
          <p:cNvSpPr txBox="1"/>
          <p:nvPr/>
        </p:nvSpPr>
        <p:spPr>
          <a:xfrm>
            <a:off x="161802" y="2556494"/>
            <a:ext cx="5001042" cy="938719"/>
          </a:xfrm>
          <a:prstGeom prst="rect">
            <a:avLst/>
          </a:prstGeom>
          <a:noFill/>
        </p:spPr>
        <p:txBody>
          <a:bodyPr wrap="square" rtlCol="0">
            <a:spAutoFit/>
          </a:bodyPr>
          <a:lstStyle/>
          <a:p>
            <a:pPr algn="just"/>
            <a:r>
              <a:rPr lang="pt-BR" sz="1100" dirty="0"/>
              <a:t>10.1 O pino central do plugue do cordão de alimentação elétrica do bebedouro, corresponde a ligação do fio terra, seguindo a norma de segurança padrão.</a:t>
            </a:r>
          </a:p>
          <a:p>
            <a:pPr algn="just"/>
            <a:r>
              <a:rPr lang="pt-BR" sz="1100" dirty="0"/>
              <a:t>10.2 O aterramento é necessário  independente da voltagem da rede elétrica e não deve ser feita ao fio neutro da rede elétrica. Para fazer um aterramento correto siga as normas de segurança adequada.</a:t>
            </a:r>
          </a:p>
        </p:txBody>
      </p:sp>
      <p:sp>
        <p:nvSpPr>
          <p:cNvPr id="17" name="CaixaDeTexto 16"/>
          <p:cNvSpPr txBox="1"/>
          <p:nvPr/>
        </p:nvSpPr>
        <p:spPr>
          <a:xfrm>
            <a:off x="177578" y="3509148"/>
            <a:ext cx="4985265" cy="261610"/>
          </a:xfrm>
          <a:prstGeom prst="rect">
            <a:avLst/>
          </a:prstGeom>
          <a:noFill/>
        </p:spPr>
        <p:txBody>
          <a:bodyPr wrap="square" rtlCol="0">
            <a:spAutoFit/>
          </a:bodyPr>
          <a:lstStyle/>
          <a:p>
            <a:r>
              <a:rPr lang="pt-BR" sz="1100" b="1" dirty="0"/>
              <a:t>Estabilizador de Voltagem</a:t>
            </a:r>
          </a:p>
        </p:txBody>
      </p:sp>
      <p:sp>
        <p:nvSpPr>
          <p:cNvPr id="18" name="CaixaDeTexto 17"/>
          <p:cNvSpPr txBox="1"/>
          <p:nvPr/>
        </p:nvSpPr>
        <p:spPr>
          <a:xfrm>
            <a:off x="177578" y="3684523"/>
            <a:ext cx="4985266" cy="769441"/>
          </a:xfrm>
          <a:prstGeom prst="rect">
            <a:avLst/>
          </a:prstGeom>
          <a:noFill/>
        </p:spPr>
        <p:txBody>
          <a:bodyPr wrap="square" rtlCol="0">
            <a:spAutoFit/>
          </a:bodyPr>
          <a:lstStyle/>
          <a:p>
            <a:pPr algn="just"/>
            <a:r>
              <a:rPr lang="pt-BR" sz="1100" dirty="0"/>
              <a:t>10.3  Caso a tensão da rede local apresente oscilações de energia, é necessário a instalação de um estabilizador automático de voltagem de capacidade compatível com o consumo de seu equipamento, de forma a não causar qualquer dano ao mesmo.</a:t>
            </a:r>
          </a:p>
        </p:txBody>
      </p:sp>
      <p:sp>
        <p:nvSpPr>
          <p:cNvPr id="20" name="CaixaDeTexto 19"/>
          <p:cNvSpPr txBox="1"/>
          <p:nvPr/>
        </p:nvSpPr>
        <p:spPr>
          <a:xfrm>
            <a:off x="177578" y="4716734"/>
            <a:ext cx="4985265" cy="1615827"/>
          </a:xfrm>
          <a:prstGeom prst="rect">
            <a:avLst/>
          </a:prstGeom>
          <a:noFill/>
        </p:spPr>
        <p:txBody>
          <a:bodyPr wrap="square" rtlCol="0">
            <a:spAutoFit/>
          </a:bodyPr>
          <a:lstStyle/>
          <a:p>
            <a:pPr marL="171450" indent="-171450" algn="just">
              <a:buFont typeface="Arial" pitchFamily="34" charset="0"/>
              <a:buChar char="•"/>
            </a:pPr>
            <a:r>
              <a:rPr lang="pt-BR" sz="1100" dirty="0"/>
              <a:t>Para a limpeza externa, primeiro desligue o plugue da tomada, depois utilize um pano umedecido com água.</a:t>
            </a:r>
          </a:p>
          <a:p>
            <a:pPr marL="171450" indent="-171450" algn="just">
              <a:buFont typeface="Arial" pitchFamily="34" charset="0"/>
              <a:buChar char="•"/>
            </a:pPr>
            <a:r>
              <a:rPr lang="pt-BR" sz="1100" dirty="0"/>
              <a:t>Nunca utilize esguicho da mangueira de água, pois poderá infiltrar no isolamento do seu equipamento, o que provoca um desgaste precoce, encurtando o seu tempo de vida útil.</a:t>
            </a:r>
          </a:p>
          <a:p>
            <a:pPr marL="171450" indent="-171450" algn="just">
              <a:buFont typeface="Arial" pitchFamily="34" charset="0"/>
              <a:buChar char="•"/>
            </a:pPr>
            <a:r>
              <a:rPr lang="pt-BR" sz="1100" dirty="0"/>
              <a:t>A higienização do reservatório deve ser feita a cada três meses.</a:t>
            </a:r>
          </a:p>
          <a:p>
            <a:pPr marL="171450" indent="-171450" algn="just">
              <a:buFont typeface="Arial" pitchFamily="34" charset="0"/>
              <a:buChar char="•"/>
            </a:pPr>
            <a:r>
              <a:rPr lang="pt-BR" sz="1100" dirty="0"/>
              <a:t>Para higienização do condensador, contatar a Assistência Autorizada.</a:t>
            </a:r>
          </a:p>
          <a:p>
            <a:pPr algn="just"/>
            <a:endParaRPr lang="pt-BR" sz="1100" dirty="0"/>
          </a:p>
          <a:p>
            <a:pPr algn="just"/>
            <a:r>
              <a:rPr lang="pt-BR" sz="1100" b="1" dirty="0"/>
              <a:t>Nota: A garantia do equipamento não cobre este serviço de higienização.</a:t>
            </a:r>
            <a:r>
              <a:rPr lang="pt-BR" sz="1100" dirty="0"/>
              <a:t>  </a:t>
            </a:r>
          </a:p>
        </p:txBody>
      </p:sp>
      <p:sp>
        <p:nvSpPr>
          <p:cNvPr id="10" name="Retângulo 9">
            <a:extLst>
              <a:ext uri="{FF2B5EF4-FFF2-40B4-BE49-F238E27FC236}">
                <a16:creationId xmlns:a16="http://schemas.microsoft.com/office/drawing/2014/main" id="{1A804FA5-A5D0-4907-8515-14EF87382AF2}"/>
              </a:ext>
            </a:extLst>
          </p:cNvPr>
          <p:cNvSpPr/>
          <p:nvPr/>
        </p:nvSpPr>
        <p:spPr>
          <a:xfrm>
            <a:off x="177577" y="4470653"/>
            <a:ext cx="5001042" cy="229391"/>
          </a:xfrm>
          <a:prstGeom prst="rect">
            <a:avLst/>
          </a:prstGeom>
          <a:solidFill>
            <a:schemeClr val="bg1">
              <a:lumMod val="85000"/>
            </a:schemeClr>
          </a:solidFill>
          <a:ln>
            <a:solidFill>
              <a:schemeClr val="bg1">
                <a:lumMod val="85000"/>
              </a:schemeClr>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r>
              <a:rPr lang="pt-BR" sz="1100" b="1" dirty="0">
                <a:solidFill>
                  <a:schemeClr val="tx1"/>
                </a:solidFill>
              </a:rPr>
              <a:t>11. LIMPEZA </a:t>
            </a:r>
            <a:endParaRPr lang="pt-BR" sz="1100" b="1" i="1" dirty="0">
              <a:solidFill>
                <a:schemeClr val="tx1"/>
              </a:solidFill>
            </a:endParaRPr>
          </a:p>
        </p:txBody>
      </p:sp>
    </p:spTree>
    <p:extLst>
      <p:ext uri="{BB962C8B-B14F-4D97-AF65-F5344CB8AC3E}">
        <p14:creationId xmlns:p14="http://schemas.microsoft.com/office/powerpoint/2010/main" val="916170013"/>
      </p:ext>
    </p:extLst>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3" name="Retângulo 12">
            <a:extLst>
              <a:ext uri="{FF2B5EF4-FFF2-40B4-BE49-F238E27FC236}">
                <a16:creationId xmlns:a16="http://schemas.microsoft.com/office/drawing/2014/main" id="{E0FF72BE-3DAB-45B8-8B8A-7D78F162DA1A}"/>
              </a:ext>
            </a:extLst>
          </p:cNvPr>
          <p:cNvSpPr/>
          <p:nvPr/>
        </p:nvSpPr>
        <p:spPr>
          <a:xfrm>
            <a:off x="177577" y="175696"/>
            <a:ext cx="5001042" cy="229391"/>
          </a:xfrm>
          <a:prstGeom prst="rect">
            <a:avLst/>
          </a:prstGeom>
          <a:solidFill>
            <a:schemeClr val="bg1">
              <a:lumMod val="85000"/>
            </a:schemeClr>
          </a:solidFill>
          <a:ln>
            <a:solidFill>
              <a:schemeClr val="bg1">
                <a:lumMod val="85000"/>
              </a:schemeClr>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r>
              <a:rPr lang="pt-BR" sz="1100" b="1" dirty="0">
                <a:solidFill>
                  <a:schemeClr val="tx1"/>
                </a:solidFill>
              </a:rPr>
              <a:t>12. POSSÍVEIS DEFEITOS E SOLUÇÕES </a:t>
            </a:r>
          </a:p>
        </p:txBody>
      </p:sp>
      <p:graphicFrame>
        <p:nvGraphicFramePr>
          <p:cNvPr id="2" name="Tabela 1">
            <a:extLst>
              <a:ext uri="{FF2B5EF4-FFF2-40B4-BE49-F238E27FC236}">
                <a16:creationId xmlns:a16="http://schemas.microsoft.com/office/drawing/2014/main" id="{28BC093C-9B8F-4740-8EAE-DDB613B592A1}"/>
              </a:ext>
            </a:extLst>
          </p:cNvPr>
          <p:cNvGraphicFramePr>
            <a:graphicFrameLocks noGrp="1"/>
          </p:cNvGraphicFramePr>
          <p:nvPr>
            <p:extLst>
              <p:ext uri="{D42A27DB-BD31-4B8C-83A1-F6EECF244321}">
                <p14:modId xmlns:p14="http://schemas.microsoft.com/office/powerpoint/2010/main" val="775039039"/>
              </p:ext>
            </p:extLst>
          </p:nvPr>
        </p:nvGraphicFramePr>
        <p:xfrm>
          <a:off x="177577" y="540271"/>
          <a:ext cx="4880769" cy="5582920"/>
        </p:xfrm>
        <a:graphic>
          <a:graphicData uri="http://schemas.openxmlformats.org/drawingml/2006/table">
            <a:tbl>
              <a:tblPr firstRow="1" bandRow="1">
                <a:tableStyleId>{073A0DAA-6AF3-43AB-8588-CEC1D06C72B9}</a:tableStyleId>
              </a:tblPr>
              <a:tblGrid>
                <a:gridCol w="1626923">
                  <a:extLst>
                    <a:ext uri="{9D8B030D-6E8A-4147-A177-3AD203B41FA5}">
                      <a16:colId xmlns:a16="http://schemas.microsoft.com/office/drawing/2014/main" val="610563252"/>
                    </a:ext>
                  </a:extLst>
                </a:gridCol>
                <a:gridCol w="1237621">
                  <a:extLst>
                    <a:ext uri="{9D8B030D-6E8A-4147-A177-3AD203B41FA5}">
                      <a16:colId xmlns:a16="http://schemas.microsoft.com/office/drawing/2014/main" val="287491551"/>
                    </a:ext>
                  </a:extLst>
                </a:gridCol>
                <a:gridCol w="2016225">
                  <a:extLst>
                    <a:ext uri="{9D8B030D-6E8A-4147-A177-3AD203B41FA5}">
                      <a16:colId xmlns:a16="http://schemas.microsoft.com/office/drawing/2014/main" val="1186598102"/>
                    </a:ext>
                  </a:extLst>
                </a:gridCol>
              </a:tblGrid>
              <a:tr h="216000">
                <a:tc>
                  <a:txBody>
                    <a:bodyPr/>
                    <a:lstStyle/>
                    <a:p>
                      <a:r>
                        <a:rPr lang="pt-BR" sz="900" dirty="0"/>
                        <a:t>Problema</a:t>
                      </a:r>
                    </a:p>
                  </a:txBody>
                  <a:tcPr/>
                </a:tc>
                <a:tc>
                  <a:txBody>
                    <a:bodyPr/>
                    <a:lstStyle/>
                    <a:p>
                      <a:r>
                        <a:rPr lang="pt-BR" sz="900" dirty="0"/>
                        <a:t>Provável causa</a:t>
                      </a:r>
                    </a:p>
                  </a:txBody>
                  <a:tcPr/>
                </a:tc>
                <a:tc>
                  <a:txBody>
                    <a:bodyPr/>
                    <a:lstStyle/>
                    <a:p>
                      <a:r>
                        <a:rPr lang="pt-BR" sz="900" dirty="0"/>
                        <a:t>Possível solução</a:t>
                      </a:r>
                    </a:p>
                  </a:txBody>
                  <a:tcPr/>
                </a:tc>
                <a:extLst>
                  <a:ext uri="{0D108BD9-81ED-4DB2-BD59-A6C34878D82A}">
                    <a16:rowId xmlns:a16="http://schemas.microsoft.com/office/drawing/2014/main" val="2339907438"/>
                  </a:ext>
                </a:extLst>
              </a:tr>
              <a:tr h="370840">
                <a:tc rowSpan="6">
                  <a:txBody>
                    <a:bodyPr/>
                    <a:lstStyle/>
                    <a:p>
                      <a:pPr algn="l"/>
                      <a:r>
                        <a:rPr lang="pt-BR" sz="900" dirty="0"/>
                        <a:t>Não refrigera</a:t>
                      </a:r>
                    </a:p>
                  </a:txBody>
                  <a:tcPr anchor="ctr"/>
                </a:tc>
                <a:tc>
                  <a:txBody>
                    <a:bodyPr/>
                    <a:lstStyle/>
                    <a:p>
                      <a:r>
                        <a:rPr lang="pt-BR" sz="900" dirty="0"/>
                        <a:t>Alta demanda</a:t>
                      </a:r>
                    </a:p>
                  </a:txBody>
                  <a:tcPr/>
                </a:tc>
                <a:tc>
                  <a:txBody>
                    <a:bodyPr/>
                    <a:lstStyle/>
                    <a:p>
                      <a:r>
                        <a:rPr lang="pt-BR" sz="900" dirty="0"/>
                        <a:t>Verificar especificações técnica do produto. </a:t>
                      </a:r>
                    </a:p>
                  </a:txBody>
                  <a:tcPr/>
                </a:tc>
                <a:extLst>
                  <a:ext uri="{0D108BD9-81ED-4DB2-BD59-A6C34878D82A}">
                    <a16:rowId xmlns:a16="http://schemas.microsoft.com/office/drawing/2014/main" val="427458727"/>
                  </a:ext>
                </a:extLst>
              </a:tr>
              <a:tr h="370840">
                <a:tc vMerge="1">
                  <a:txBody>
                    <a:bodyPr/>
                    <a:lstStyle/>
                    <a:p>
                      <a:endParaRPr lang="pt-BR" sz="900" dirty="0"/>
                    </a:p>
                  </a:txBody>
                  <a:tcPr/>
                </a:tc>
                <a:tc>
                  <a:txBody>
                    <a:bodyPr/>
                    <a:lstStyle/>
                    <a:p>
                      <a:r>
                        <a:rPr lang="pt-BR" sz="900" dirty="0"/>
                        <a:t>Temperatura ambiente elevada</a:t>
                      </a:r>
                    </a:p>
                  </a:txBody>
                  <a:tcPr/>
                </a:tc>
                <a:tc>
                  <a:txBody>
                    <a:bodyPr/>
                    <a:lstStyle/>
                    <a:p>
                      <a:r>
                        <a:rPr lang="pt-BR" sz="900" dirty="0"/>
                        <a:t>Instalar o produto em um local arejado com temperaturas abaixo de 38 °C</a:t>
                      </a:r>
                    </a:p>
                  </a:txBody>
                  <a:tcPr/>
                </a:tc>
                <a:extLst>
                  <a:ext uri="{0D108BD9-81ED-4DB2-BD59-A6C34878D82A}">
                    <a16:rowId xmlns:a16="http://schemas.microsoft.com/office/drawing/2014/main" val="3365563480"/>
                  </a:ext>
                </a:extLst>
              </a:tr>
              <a:tr h="370840">
                <a:tc vMerge="1">
                  <a:txBody>
                    <a:bodyPr/>
                    <a:lstStyle/>
                    <a:p>
                      <a:endParaRPr lang="pt-BR" sz="900" dirty="0"/>
                    </a:p>
                  </a:txBody>
                  <a:tcPr/>
                </a:tc>
                <a:tc>
                  <a:txBody>
                    <a:bodyPr/>
                    <a:lstStyle/>
                    <a:p>
                      <a:r>
                        <a:rPr lang="pt-BR" sz="900" dirty="0"/>
                        <a:t>Sem energia de alimentação</a:t>
                      </a:r>
                    </a:p>
                  </a:txBody>
                  <a:tcPr/>
                </a:tc>
                <a:tc>
                  <a:txBody>
                    <a:bodyPr/>
                    <a:lstStyle/>
                    <a:p>
                      <a:pPr marL="0" algn="l" defTabSz="914400" rtl="0" eaLnBrk="1" latinLnBrk="0" hangingPunct="1"/>
                      <a:r>
                        <a:rPr lang="pt-BR" sz="900" kern="1200" dirty="0">
                          <a:solidFill>
                            <a:schemeClr val="dk1"/>
                          </a:solidFill>
                          <a:latin typeface="+mn-lt"/>
                          <a:ea typeface="+mn-ea"/>
                          <a:cs typeface="+mn-cs"/>
                        </a:rPr>
                        <a:t>Verifique se a tomada elétrica está conectada e se o termostato está ligado na posição 4.</a:t>
                      </a:r>
                    </a:p>
                  </a:txBody>
                  <a:tcPr/>
                </a:tc>
                <a:extLst>
                  <a:ext uri="{0D108BD9-81ED-4DB2-BD59-A6C34878D82A}">
                    <a16:rowId xmlns:a16="http://schemas.microsoft.com/office/drawing/2014/main" val="1067662144"/>
                  </a:ext>
                </a:extLst>
              </a:tr>
              <a:tr h="370840">
                <a:tc vMerge="1">
                  <a:txBody>
                    <a:bodyPr/>
                    <a:lstStyle/>
                    <a:p>
                      <a:endParaRPr lang="pt-BR" sz="900" dirty="0"/>
                    </a:p>
                  </a:txBody>
                  <a:tcPr/>
                </a:tc>
                <a:tc>
                  <a:txBody>
                    <a:bodyPr/>
                    <a:lstStyle/>
                    <a:p>
                      <a:r>
                        <a:rPr lang="pt-BR" sz="900" dirty="0"/>
                        <a:t>Sujeira no condensador</a:t>
                      </a:r>
                    </a:p>
                  </a:txBody>
                  <a:tcPr/>
                </a:tc>
                <a:tc>
                  <a:txBody>
                    <a:bodyPr/>
                    <a:lstStyle/>
                    <a:p>
                      <a:r>
                        <a:rPr lang="pt-BR" sz="900" dirty="0"/>
                        <a:t>Entre em contato com a assistência técnica</a:t>
                      </a:r>
                    </a:p>
                  </a:txBody>
                  <a:tcPr/>
                </a:tc>
                <a:extLst>
                  <a:ext uri="{0D108BD9-81ED-4DB2-BD59-A6C34878D82A}">
                    <a16:rowId xmlns:a16="http://schemas.microsoft.com/office/drawing/2014/main" val="3641234357"/>
                  </a:ext>
                </a:extLst>
              </a:tr>
              <a:tr h="370840">
                <a:tc vMerge="1">
                  <a:txBody>
                    <a:bodyPr/>
                    <a:lstStyle/>
                    <a:p>
                      <a:endParaRPr lang="pt-BR" sz="900" dirty="0"/>
                    </a:p>
                  </a:txBody>
                  <a:tcPr/>
                </a:tc>
                <a:tc>
                  <a:txBody>
                    <a:bodyPr/>
                    <a:lstStyle/>
                    <a:p>
                      <a:r>
                        <a:rPr lang="pt-BR" sz="900" dirty="0"/>
                        <a:t>Botão do termostato na posição desligado</a:t>
                      </a:r>
                    </a:p>
                  </a:txBody>
                  <a:tcPr/>
                </a:tc>
                <a:tc>
                  <a:txBody>
                    <a:bodyPr/>
                    <a:lstStyle/>
                    <a:p>
                      <a:r>
                        <a:rPr lang="pt-BR" sz="900" dirty="0"/>
                        <a:t>Posicionar termostato no nível 4. (Padrão de fábrica)</a:t>
                      </a:r>
                    </a:p>
                  </a:txBody>
                  <a:tcPr/>
                </a:tc>
                <a:extLst>
                  <a:ext uri="{0D108BD9-81ED-4DB2-BD59-A6C34878D82A}">
                    <a16:rowId xmlns:a16="http://schemas.microsoft.com/office/drawing/2014/main" val="3567776147"/>
                  </a:ext>
                </a:extLst>
              </a:tr>
              <a:tr h="370840">
                <a:tc vMerge="1">
                  <a:txBody>
                    <a:bodyPr/>
                    <a:lstStyle/>
                    <a:p>
                      <a:endParaRPr lang="pt-BR" sz="900" dirty="0"/>
                    </a:p>
                  </a:txBody>
                  <a:tcPr/>
                </a:tc>
                <a:tc>
                  <a:txBody>
                    <a:bodyPr/>
                    <a:lstStyle/>
                    <a:p>
                      <a:r>
                        <a:rPr lang="pt-BR" sz="900" dirty="0"/>
                        <a:t>Saídas de ar obstruídas </a:t>
                      </a:r>
                    </a:p>
                  </a:txBody>
                  <a:tcPr/>
                </a:tc>
                <a:tc>
                  <a:txBody>
                    <a:bodyPr/>
                    <a:lstStyle/>
                    <a:p>
                      <a:r>
                        <a:rPr lang="pt-BR" sz="900" dirty="0"/>
                        <a:t>Instalar o bebedouros em locais com mais de 25 cm de distância dos locais de ventilação (Lateral e traseira do produto)</a:t>
                      </a:r>
                    </a:p>
                  </a:txBody>
                  <a:tcPr/>
                </a:tc>
                <a:extLst>
                  <a:ext uri="{0D108BD9-81ED-4DB2-BD59-A6C34878D82A}">
                    <a16:rowId xmlns:a16="http://schemas.microsoft.com/office/drawing/2014/main" val="526893900"/>
                  </a:ext>
                </a:extLst>
              </a:tr>
              <a:tr h="370840">
                <a:tc>
                  <a:txBody>
                    <a:bodyPr/>
                    <a:lstStyle/>
                    <a:p>
                      <a:pPr algn="l"/>
                      <a:r>
                        <a:rPr lang="pt-BR" sz="900" dirty="0"/>
                        <a:t>Água congelando</a:t>
                      </a:r>
                    </a:p>
                  </a:txBody>
                  <a:tcPr anchor="ctr"/>
                </a:tc>
                <a:tc>
                  <a:txBody>
                    <a:bodyPr/>
                    <a:lstStyle/>
                    <a:p>
                      <a:r>
                        <a:rPr lang="pt-BR" sz="900" dirty="0"/>
                        <a:t>Termostato com defeito</a:t>
                      </a:r>
                    </a:p>
                  </a:txBody>
                  <a:tcPr/>
                </a:tc>
                <a:tc>
                  <a:txBody>
                    <a:bodyPr/>
                    <a:lstStyle/>
                    <a:p>
                      <a:r>
                        <a:rPr lang="pt-BR" sz="900" dirty="0"/>
                        <a:t>Entrar em contato com a assistência técnica</a:t>
                      </a:r>
                    </a:p>
                  </a:txBody>
                  <a:tcPr/>
                </a:tc>
                <a:extLst>
                  <a:ext uri="{0D108BD9-81ED-4DB2-BD59-A6C34878D82A}">
                    <a16:rowId xmlns:a16="http://schemas.microsoft.com/office/drawing/2014/main" val="3292434872"/>
                  </a:ext>
                </a:extLst>
              </a:tr>
              <a:tr h="370840">
                <a:tc rowSpan="2">
                  <a:txBody>
                    <a:bodyPr/>
                    <a:lstStyle/>
                    <a:p>
                      <a:pPr algn="l"/>
                      <a:r>
                        <a:rPr lang="pt-BR" sz="900" dirty="0"/>
                        <a:t>Vazamento de água</a:t>
                      </a:r>
                    </a:p>
                  </a:txBody>
                  <a:tcPr anchor="ctr"/>
                </a:tc>
                <a:tc>
                  <a:txBody>
                    <a:bodyPr/>
                    <a:lstStyle/>
                    <a:p>
                      <a:r>
                        <a:rPr lang="pt-BR" sz="900" dirty="0"/>
                        <a:t>Excesso de pressão na entrada de água</a:t>
                      </a:r>
                    </a:p>
                  </a:txBody>
                  <a:tcPr/>
                </a:tc>
                <a:tc>
                  <a:txBody>
                    <a:bodyPr/>
                    <a:lstStyle/>
                    <a:p>
                      <a:r>
                        <a:rPr lang="pt-BR" sz="900" dirty="0"/>
                        <a:t>Utilizar redutor de pressão</a:t>
                      </a:r>
                    </a:p>
                  </a:txBody>
                  <a:tcPr/>
                </a:tc>
                <a:extLst>
                  <a:ext uri="{0D108BD9-81ED-4DB2-BD59-A6C34878D82A}">
                    <a16:rowId xmlns:a16="http://schemas.microsoft.com/office/drawing/2014/main" val="2536280003"/>
                  </a:ext>
                </a:extLst>
              </a:tr>
              <a:tr h="370840">
                <a:tc vMerge="1">
                  <a:txBody>
                    <a:bodyPr/>
                    <a:lstStyle/>
                    <a:p>
                      <a:endParaRPr lang="pt-BR" sz="900" dirty="0"/>
                    </a:p>
                  </a:txBody>
                  <a:tcPr/>
                </a:tc>
                <a:tc>
                  <a:txBody>
                    <a:bodyPr/>
                    <a:lstStyle/>
                    <a:p>
                      <a:r>
                        <a:rPr lang="pt-BR" sz="900" dirty="0"/>
                        <a:t>Transbordar água pela tampa</a:t>
                      </a:r>
                    </a:p>
                  </a:txBody>
                  <a:tcPr/>
                </a:tc>
                <a:tc>
                  <a:txBody>
                    <a:bodyPr/>
                    <a:lstStyle/>
                    <a:p>
                      <a:r>
                        <a:rPr lang="pt-BR" sz="900" dirty="0"/>
                        <a:t>Verificar boia interna do reservatório do produto</a:t>
                      </a:r>
                    </a:p>
                  </a:txBody>
                  <a:tcPr/>
                </a:tc>
                <a:extLst>
                  <a:ext uri="{0D108BD9-81ED-4DB2-BD59-A6C34878D82A}">
                    <a16:rowId xmlns:a16="http://schemas.microsoft.com/office/drawing/2014/main" val="1410756513"/>
                  </a:ext>
                </a:extLst>
              </a:tr>
              <a:tr h="370840">
                <a:tc rowSpan="4">
                  <a:txBody>
                    <a:bodyPr/>
                    <a:lstStyle/>
                    <a:p>
                      <a:pPr algn="l"/>
                      <a:r>
                        <a:rPr lang="pt-BR" sz="900" dirty="0"/>
                        <a:t>Compressor não dispara</a:t>
                      </a:r>
                    </a:p>
                  </a:txBody>
                  <a:tcPr anchor="ctr"/>
                </a:tc>
                <a:tc>
                  <a:txBody>
                    <a:bodyPr/>
                    <a:lstStyle/>
                    <a:p>
                      <a:r>
                        <a:rPr lang="pt-BR" sz="900" dirty="0"/>
                        <a:t>Baixa tensão de alimentação </a:t>
                      </a:r>
                    </a:p>
                  </a:txBody>
                  <a:tcPr/>
                </a:tc>
                <a:tc>
                  <a:txBody>
                    <a:bodyPr/>
                    <a:lstStyle/>
                    <a:p>
                      <a:r>
                        <a:rPr lang="pt-BR" sz="900" dirty="0"/>
                        <a:t>Verificar a tensão de entrada da tomada elétrica.</a:t>
                      </a:r>
                    </a:p>
                  </a:txBody>
                  <a:tcPr/>
                </a:tc>
                <a:extLst>
                  <a:ext uri="{0D108BD9-81ED-4DB2-BD59-A6C34878D82A}">
                    <a16:rowId xmlns:a16="http://schemas.microsoft.com/office/drawing/2014/main" val="2273431646"/>
                  </a:ext>
                </a:extLst>
              </a:tr>
              <a:tr h="370840">
                <a:tc vMerge="1">
                  <a:txBody>
                    <a:bodyPr/>
                    <a:lstStyle/>
                    <a:p>
                      <a:endParaRPr lang="pt-BR" sz="900" dirty="0"/>
                    </a:p>
                  </a:txBody>
                  <a:tcPr/>
                </a:tc>
                <a:tc>
                  <a:txBody>
                    <a:bodyPr/>
                    <a:lstStyle/>
                    <a:p>
                      <a:r>
                        <a:rPr lang="pt-BR" sz="900" dirty="0"/>
                        <a:t>Rede elétrica de abastecimento sem energia elétrica</a:t>
                      </a:r>
                    </a:p>
                  </a:txBody>
                  <a:tcPr/>
                </a:tc>
                <a:tc>
                  <a:txBody>
                    <a:bodyPr/>
                    <a:lstStyle/>
                    <a:p>
                      <a:r>
                        <a:rPr lang="pt-BR" sz="900" dirty="0"/>
                        <a:t>Aguardar retorno do reabastecimento de energia.</a:t>
                      </a:r>
                    </a:p>
                  </a:txBody>
                  <a:tcPr/>
                </a:tc>
                <a:extLst>
                  <a:ext uri="{0D108BD9-81ED-4DB2-BD59-A6C34878D82A}">
                    <a16:rowId xmlns:a16="http://schemas.microsoft.com/office/drawing/2014/main" val="2018843150"/>
                  </a:ext>
                </a:extLst>
              </a:tr>
              <a:tr h="370840">
                <a:tc vMerge="1">
                  <a:txBody>
                    <a:bodyPr/>
                    <a:lstStyle/>
                    <a:p>
                      <a:endParaRPr lang="pt-BR" sz="900" dirty="0"/>
                    </a:p>
                  </a:txBody>
                  <a:tcPr/>
                </a:tc>
                <a:tc>
                  <a:txBody>
                    <a:bodyPr/>
                    <a:lstStyle/>
                    <a:p>
                      <a:r>
                        <a:rPr lang="pt-BR" sz="900" dirty="0"/>
                        <a:t>Tomada com mau contato</a:t>
                      </a:r>
                    </a:p>
                  </a:txBody>
                  <a:tcPr/>
                </a:tc>
                <a:tc>
                  <a:txBody>
                    <a:bodyPr/>
                    <a:lstStyle/>
                    <a:p>
                      <a:r>
                        <a:rPr lang="pt-BR" sz="900" dirty="0"/>
                        <a:t>Corrigir defeito da tomada.</a:t>
                      </a:r>
                    </a:p>
                  </a:txBody>
                  <a:tcPr/>
                </a:tc>
                <a:extLst>
                  <a:ext uri="{0D108BD9-81ED-4DB2-BD59-A6C34878D82A}">
                    <a16:rowId xmlns:a16="http://schemas.microsoft.com/office/drawing/2014/main" val="455352422"/>
                  </a:ext>
                </a:extLst>
              </a:tr>
              <a:tr h="370840">
                <a:tc vMerge="1">
                  <a:txBody>
                    <a:bodyPr/>
                    <a:lstStyle/>
                    <a:p>
                      <a:endParaRPr lang="pt-BR" sz="900" dirty="0"/>
                    </a:p>
                  </a:txBody>
                  <a:tcPr/>
                </a:tc>
                <a:tc>
                  <a:txBody>
                    <a:bodyPr/>
                    <a:lstStyle/>
                    <a:p>
                      <a:r>
                        <a:rPr lang="pt-BR" sz="900" dirty="0"/>
                        <a:t>Termostato com defeito</a:t>
                      </a:r>
                    </a:p>
                  </a:txBody>
                  <a:tcPr/>
                </a:tc>
                <a:tc>
                  <a:txBody>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lang="pt-BR" sz="900" dirty="0"/>
                        <a:t>Entrar em contato com a assistência técnica</a:t>
                      </a:r>
                    </a:p>
                  </a:txBody>
                  <a:tcPr/>
                </a:tc>
                <a:extLst>
                  <a:ext uri="{0D108BD9-81ED-4DB2-BD59-A6C34878D82A}">
                    <a16:rowId xmlns:a16="http://schemas.microsoft.com/office/drawing/2014/main" val="2689896530"/>
                  </a:ext>
                </a:extLst>
              </a:tr>
            </a:tbl>
          </a:graphicData>
        </a:graphic>
      </p:graphicFrame>
    </p:spTree>
    <p:extLst>
      <p:ext uri="{BB962C8B-B14F-4D97-AF65-F5344CB8AC3E}">
        <p14:creationId xmlns:p14="http://schemas.microsoft.com/office/powerpoint/2010/main" val="346461025"/>
      </p:ext>
    </p:extLst>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6" name="Retângulo 5">
            <a:extLst>
              <a:ext uri="{FF2B5EF4-FFF2-40B4-BE49-F238E27FC236}">
                <a16:creationId xmlns:a16="http://schemas.microsoft.com/office/drawing/2014/main" id="{4A1017C6-FCA2-4FD3-87CA-1D12352CE7D2}"/>
              </a:ext>
            </a:extLst>
          </p:cNvPr>
          <p:cNvSpPr/>
          <p:nvPr/>
        </p:nvSpPr>
        <p:spPr>
          <a:xfrm>
            <a:off x="144089" y="88478"/>
            <a:ext cx="5130280" cy="307777"/>
          </a:xfrm>
          <a:prstGeom prst="rect">
            <a:avLst/>
          </a:prstGeom>
          <a:solidFill>
            <a:schemeClr val="bg1">
              <a:lumMod val="85000"/>
            </a:schemeClr>
          </a:solidFill>
        </p:spPr>
        <p:txBody>
          <a:bodyPr wrap="square" rtlCol="0" anchor="ctr">
            <a:spAutoFit/>
          </a:bodyPr>
          <a:lstStyle/>
          <a:p>
            <a:pPr algn="ctr"/>
            <a:r>
              <a:rPr lang="pt-BR" sz="1400" b="1" dirty="0">
                <a:solidFill>
                  <a:schemeClr val="tx1"/>
                </a:solidFill>
                <a:latin typeface="Arial" panose="020B0604020202020204" pitchFamily="34" charset="0"/>
                <a:cs typeface="Arial" panose="020B0604020202020204" pitchFamily="34" charset="0"/>
              </a:rPr>
              <a:t>TERMO DE GARANTIA</a:t>
            </a:r>
          </a:p>
        </p:txBody>
      </p:sp>
      <p:sp>
        <p:nvSpPr>
          <p:cNvPr id="7" name="CaixaDeTexto 6">
            <a:extLst>
              <a:ext uri="{FF2B5EF4-FFF2-40B4-BE49-F238E27FC236}">
                <a16:creationId xmlns:a16="http://schemas.microsoft.com/office/drawing/2014/main" id="{108C295A-F32F-45EB-B18A-7B610CCEA4C0}"/>
              </a:ext>
            </a:extLst>
          </p:cNvPr>
          <p:cNvSpPr txBox="1"/>
          <p:nvPr/>
        </p:nvSpPr>
        <p:spPr>
          <a:xfrm>
            <a:off x="125410" y="540271"/>
            <a:ext cx="5124726" cy="6047809"/>
          </a:xfrm>
          <a:prstGeom prst="rect">
            <a:avLst/>
          </a:prstGeom>
          <a:noFill/>
        </p:spPr>
        <p:txBody>
          <a:bodyPr wrap="square" rtlCol="0">
            <a:spAutoFit/>
          </a:bodyPr>
          <a:lstStyle/>
          <a:p>
            <a:pPr algn="just"/>
            <a:r>
              <a:rPr lang="pt-BR" sz="900" dirty="0">
                <a:latin typeface="Arial" panose="020B0604020202020204" pitchFamily="34" charset="0"/>
                <a:cs typeface="Arial" panose="020B0604020202020204" pitchFamily="34" charset="0"/>
              </a:rPr>
              <a:t>  Os produtos SÓ AÇO são garantidos pela SÓ AÇO INDUSTRIAL , na forma estabelecida:</a:t>
            </a:r>
          </a:p>
          <a:p>
            <a:pPr algn="just"/>
            <a:endParaRPr lang="pt-BR" sz="900" dirty="0">
              <a:latin typeface="Arial" panose="020B0604020202020204" pitchFamily="34" charset="0"/>
              <a:cs typeface="Arial" panose="020B0604020202020204" pitchFamily="34" charset="0"/>
            </a:endParaRPr>
          </a:p>
          <a:p>
            <a:pPr algn="just"/>
            <a:r>
              <a:rPr lang="pt-BR" sz="900" dirty="0">
                <a:latin typeface="Arial" panose="020B0604020202020204" pitchFamily="34" charset="0"/>
                <a:cs typeface="Arial" panose="020B0604020202020204" pitchFamily="34" charset="0"/>
              </a:rPr>
              <a:t>1 – Condições gerais de garantia:</a:t>
            </a:r>
          </a:p>
          <a:p>
            <a:pPr marL="228600" indent="-228600" algn="just">
              <a:buAutoNum type="alphaLcParenR"/>
            </a:pPr>
            <a:r>
              <a:rPr lang="pt-BR" sz="900" dirty="0">
                <a:latin typeface="Arial" panose="020B0604020202020204" pitchFamily="34" charset="0"/>
                <a:cs typeface="Arial" panose="020B0604020202020204" pitchFamily="34" charset="0"/>
              </a:rPr>
              <a:t>Os produtos SÓ AÇO têm a garantia de 6 meses previsto no código de defesa do   consumidor ) contra defeitos  de fabricação, a partir da data de emissão da Nota fiscal de compra para o consumidor, desde que sejam observados as instruções de uso e instalações contidas neste manual.</a:t>
            </a:r>
          </a:p>
          <a:p>
            <a:pPr marL="228600" indent="-228600" algn="just">
              <a:buAutoNum type="alphaLcParenR"/>
            </a:pPr>
            <a:r>
              <a:rPr lang="pt-BR" sz="900" dirty="0">
                <a:latin typeface="Arial" panose="020B0604020202020204" pitchFamily="34" charset="0"/>
                <a:cs typeface="Arial" panose="020B0604020202020204" pitchFamily="34" charset="0"/>
              </a:rPr>
              <a:t>Em caso de transferência de propriedade o período de garantia automaticamente ficará transferido até a expiração do prazo contido na data da Nota Fiscal de compra do primeiro comprador.</a:t>
            </a:r>
          </a:p>
          <a:p>
            <a:pPr marL="228600" indent="-228600" algn="just">
              <a:buAutoNum type="alphaLcParenR"/>
            </a:pPr>
            <a:r>
              <a:rPr lang="pt-BR" sz="900" dirty="0">
                <a:latin typeface="Arial" panose="020B0604020202020204" pitchFamily="34" charset="0"/>
                <a:cs typeface="Arial" panose="020B0604020202020204" pitchFamily="34" charset="0"/>
              </a:rPr>
              <a:t>A substituição de peças e a prestação de serviços deverão ser-executados através da SÓ AÇO mediante a apresentação da Nota Fiscal de compra.</a:t>
            </a:r>
          </a:p>
          <a:p>
            <a:pPr marL="228600" indent="-228600" algn="just">
              <a:buAutoNum type="alphaLcParenR"/>
            </a:pPr>
            <a:r>
              <a:rPr lang="pt-BR" sz="900" b="1" dirty="0">
                <a:latin typeface="Arial" panose="020B0604020202020204" pitchFamily="34" charset="0"/>
                <a:cs typeface="Arial" panose="020B0604020202020204" pitchFamily="34" charset="0"/>
              </a:rPr>
              <a:t>A Mão de obra de reposição de micro  motor, compressor e condensador </a:t>
            </a:r>
            <a:r>
              <a:rPr lang="pt-BR" sz="900" dirty="0">
                <a:latin typeface="Arial" panose="020B0604020202020204" pitchFamily="34" charset="0"/>
                <a:cs typeface="Arial" panose="020B0604020202020204" pitchFamily="34" charset="0"/>
              </a:rPr>
              <a:t>não terá garantia após 90 dias da emissão na Nota Fiscal de revenda para o consumidor final.</a:t>
            </a:r>
          </a:p>
          <a:p>
            <a:pPr algn="just"/>
            <a:r>
              <a:rPr lang="pt-BR" sz="900" b="1" dirty="0">
                <a:latin typeface="Arial" panose="020B0604020202020204" pitchFamily="34" charset="0"/>
                <a:cs typeface="Arial" panose="020B0604020202020204" pitchFamily="34" charset="0"/>
              </a:rPr>
              <a:t>Estão exclusos da Garantia os componentes como: Termostato, Boia de controle de água, Torneiras, Cabo de força, Reposição do gás;</a:t>
            </a:r>
            <a:r>
              <a:rPr lang="pt-BR" sz="900" dirty="0">
                <a:latin typeface="Arial" panose="020B0604020202020204" pitchFamily="34" charset="0"/>
                <a:cs typeface="Arial" panose="020B0604020202020204" pitchFamily="34" charset="0"/>
              </a:rPr>
              <a:t> após 90 dias da data de emissão da Nota Fiscal do Revendedor.</a:t>
            </a:r>
            <a:endParaRPr lang="pt-BR" sz="900" b="1" dirty="0">
              <a:latin typeface="Arial" panose="020B0604020202020204" pitchFamily="34" charset="0"/>
              <a:cs typeface="Arial" panose="020B0604020202020204" pitchFamily="34" charset="0"/>
            </a:endParaRPr>
          </a:p>
          <a:p>
            <a:pPr algn="just"/>
            <a:r>
              <a:rPr lang="pt-BR" sz="900" b="1" dirty="0">
                <a:latin typeface="Arial" panose="020B0604020202020204" pitchFamily="34" charset="0"/>
                <a:cs typeface="Arial" panose="020B0604020202020204" pitchFamily="34" charset="0"/>
              </a:rPr>
              <a:t>Observação:</a:t>
            </a:r>
          </a:p>
          <a:p>
            <a:pPr algn="just"/>
            <a:r>
              <a:rPr lang="pt-BR" sz="900" b="1" dirty="0">
                <a:latin typeface="Arial" panose="020B0604020202020204" pitchFamily="34" charset="0"/>
                <a:cs typeface="Arial" panose="020B0604020202020204" pitchFamily="34" charset="0"/>
              </a:rPr>
              <a:t>Esta garantia não se aplica a materiais plásticos, arranhões, amassaduras e defeitos originados pelo desgaste natural de  uso.</a:t>
            </a:r>
          </a:p>
          <a:p>
            <a:pPr algn="just"/>
            <a:endParaRPr lang="pt-BR" sz="900" dirty="0">
              <a:latin typeface="Arial" panose="020B0604020202020204" pitchFamily="34" charset="0"/>
              <a:cs typeface="Arial" panose="020B0604020202020204" pitchFamily="34" charset="0"/>
            </a:endParaRPr>
          </a:p>
          <a:p>
            <a:pPr algn="just"/>
            <a:r>
              <a:rPr lang="pt-BR" sz="900" b="1" dirty="0">
                <a:latin typeface="Arial" panose="020B0604020202020204" pitchFamily="34" charset="0"/>
                <a:cs typeface="Arial" panose="020B0604020202020204" pitchFamily="34" charset="0"/>
              </a:rPr>
              <a:t>2 – Serviços de garantia </a:t>
            </a:r>
          </a:p>
          <a:p>
            <a:pPr algn="just"/>
            <a:endParaRPr lang="pt-BR" sz="900" b="1" dirty="0">
              <a:latin typeface="Arial" panose="020B0604020202020204" pitchFamily="34" charset="0"/>
              <a:cs typeface="Arial" panose="020B0604020202020204" pitchFamily="34" charset="0"/>
            </a:endParaRPr>
          </a:p>
          <a:p>
            <a:pPr algn="just"/>
            <a:r>
              <a:rPr lang="pt-BR" sz="900" b="1" dirty="0">
                <a:latin typeface="Arial" panose="020B0604020202020204" pitchFamily="34" charset="0"/>
                <a:cs typeface="Arial" panose="020B0604020202020204" pitchFamily="34" charset="0"/>
              </a:rPr>
              <a:t>    A garantia compreende o reparo ou a substituição de peças ou conjunto de peças, desde que seja reconhecido o defeito como de responsabilidade da SÓ AÇO, em exame efetuado por pessoal credenciado da Assistência Técnica SÓ AÇO ou de seus Serviços Autorizados . Em hipótese alguma o aparelho completo será substituído.</a:t>
            </a:r>
          </a:p>
          <a:p>
            <a:pPr algn="just"/>
            <a:r>
              <a:rPr lang="pt-BR" sz="900" b="1" dirty="0">
                <a:latin typeface="Arial" panose="020B0604020202020204" pitchFamily="34" charset="0"/>
                <a:cs typeface="Arial" panose="020B0604020202020204" pitchFamily="34" charset="0"/>
              </a:rPr>
              <a:t>   A SÓ AÇO INDUSTRIAL, obriga-se dentro do período de garantia (em caso de defeito do produto), a prestar visita técnica gratuita até o local a aparelhos insta-los dentro do perímetro urbano, ou seja no raio de 30 km do endereço de revenda onde mantiver serviços autorizados SÓ AÇO. Para o comprador instalado fora do perímetro urbano de sede do serviço Autorizado, cabe ao comprador do equipamento pagar as despesas do deslocamento do técnico. Caso o aparelho tenha que ser removido para a Assistência Técnica Autorizada, tal despesa correrá por conta do comprador e será cobrada na forma de taxa, acordado da assistência técnica autorizada para o cliente.</a:t>
            </a:r>
          </a:p>
          <a:p>
            <a:pPr algn="just"/>
            <a:endParaRPr lang="pt-BR" sz="900" b="1" dirty="0">
              <a:latin typeface="Arial" panose="020B0604020202020204" pitchFamily="34" charset="0"/>
              <a:cs typeface="Arial" panose="020B0604020202020204" pitchFamily="34" charset="0"/>
            </a:endParaRPr>
          </a:p>
          <a:p>
            <a:pPr algn="just"/>
            <a:r>
              <a:rPr lang="pt-BR" sz="900" b="1" dirty="0">
                <a:latin typeface="Arial" panose="020B0604020202020204" pitchFamily="34" charset="0"/>
                <a:cs typeface="Arial" panose="020B0604020202020204" pitchFamily="34" charset="0"/>
              </a:rPr>
              <a:t>3- Extinção de garantia</a:t>
            </a:r>
          </a:p>
          <a:p>
            <a:pPr algn="just"/>
            <a:r>
              <a:rPr lang="pt-BR" sz="900" b="1" dirty="0">
                <a:latin typeface="Arial" panose="020B0604020202020204" pitchFamily="34" charset="0"/>
                <a:cs typeface="Arial" panose="020B0604020202020204" pitchFamily="34" charset="0"/>
              </a:rPr>
              <a:t>    </a:t>
            </a:r>
            <a:r>
              <a:rPr lang="pt-BR" sz="900" dirty="0">
                <a:latin typeface="Arial" panose="020B0604020202020204" pitchFamily="34" charset="0"/>
                <a:cs typeface="Arial" panose="020B0604020202020204" pitchFamily="34" charset="0"/>
              </a:rPr>
              <a:t>Esta garantia perderá sua validade antes da expedição do seu prazo, se for constatado qualquer dano provocado por acidente, transporte, agentes da natureza , uso indevido, maus tratos, negligência, incêndio, instalação em rede elétrica impropria, ou ainda, no caso de apresentar sinais de haver sido violado, ajustado ou reparado por pessoa não credenciada pela SÓ AÇO INDUSTRIAL LTDA. </a:t>
            </a:r>
            <a:endParaRPr lang="pt-BR" sz="900" b="1" dirty="0">
              <a:latin typeface="Arial" panose="020B0604020202020204" pitchFamily="34" charset="0"/>
              <a:cs typeface="Arial" panose="020B0604020202020204" pitchFamily="34" charset="0"/>
            </a:endParaRPr>
          </a:p>
          <a:p>
            <a:pPr algn="just"/>
            <a:r>
              <a:rPr lang="pt-BR" sz="900" b="1" dirty="0">
                <a:latin typeface="Arial" panose="020B0604020202020204" pitchFamily="34" charset="0"/>
                <a:cs typeface="Arial" panose="020B0604020202020204" pitchFamily="34" charset="0"/>
              </a:rPr>
              <a:t>    </a:t>
            </a:r>
            <a:r>
              <a:rPr lang="pt-BR" sz="900" dirty="0">
                <a:latin typeface="Arial" panose="020B0604020202020204" pitchFamily="34" charset="0"/>
                <a:cs typeface="Arial" panose="020B0604020202020204" pitchFamily="34" charset="0"/>
              </a:rPr>
              <a:t> </a:t>
            </a:r>
          </a:p>
        </p:txBody>
      </p:sp>
    </p:spTree>
    <p:extLst>
      <p:ext uri="{BB962C8B-B14F-4D97-AF65-F5344CB8AC3E}">
        <p14:creationId xmlns:p14="http://schemas.microsoft.com/office/powerpoint/2010/main" val="610482925"/>
      </p:ext>
    </p:extLst>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6" name="CaixaDeTexto 5"/>
          <p:cNvSpPr txBox="1"/>
          <p:nvPr/>
        </p:nvSpPr>
        <p:spPr>
          <a:xfrm>
            <a:off x="233809" y="252239"/>
            <a:ext cx="4896544" cy="5016758"/>
          </a:xfrm>
          <a:prstGeom prst="rect">
            <a:avLst/>
          </a:prstGeom>
          <a:noFill/>
        </p:spPr>
        <p:txBody>
          <a:bodyPr wrap="square" rtlCol="0">
            <a:spAutoFit/>
          </a:bodyPr>
          <a:lstStyle/>
          <a:p>
            <a:pPr marL="228600" indent="-228600">
              <a:buFont typeface="+mj-lt"/>
              <a:buAutoNum type="alphaLcParenR"/>
            </a:pPr>
            <a:r>
              <a:rPr lang="pt-BR" sz="1000" dirty="0">
                <a:latin typeface="Arial" panose="020B0604020202020204" pitchFamily="34" charset="0"/>
                <a:cs typeface="Arial" panose="020B0604020202020204" pitchFamily="34" charset="0"/>
              </a:rPr>
              <a:t>Não autorizamos nenhuma pessoa ou entidade a assumir por nossa conta qualquer responsabilidade relativa a  garantia dos produtos Só Aço.</a:t>
            </a:r>
          </a:p>
          <a:p>
            <a:pPr marL="228600" indent="-228600">
              <a:buFont typeface="+mj-lt"/>
              <a:buAutoNum type="alphaLcParenR"/>
            </a:pPr>
            <a:endParaRPr lang="pt-BR" sz="1000" dirty="0">
              <a:latin typeface="Arial" panose="020B0604020202020204" pitchFamily="34" charset="0"/>
              <a:cs typeface="Arial" panose="020B0604020202020204" pitchFamily="34" charset="0"/>
            </a:endParaRPr>
          </a:p>
          <a:p>
            <a:r>
              <a:rPr lang="pt-BR" sz="1000" dirty="0">
                <a:latin typeface="Arial" panose="020B0604020202020204" pitchFamily="34" charset="0"/>
                <a:cs typeface="Arial" panose="020B0604020202020204" pitchFamily="34" charset="0"/>
              </a:rPr>
              <a:t>Para facilitar o atendimento no período e garantia, conserve a Nota Fiscal de compra junto com o manual de instrução.</a:t>
            </a:r>
          </a:p>
          <a:p>
            <a:endParaRPr lang="pt-BR" sz="1000" dirty="0">
              <a:latin typeface="Arial" panose="020B0604020202020204" pitchFamily="34" charset="0"/>
              <a:cs typeface="Arial" panose="020B0604020202020204" pitchFamily="34" charset="0"/>
            </a:endParaRPr>
          </a:p>
          <a:p>
            <a:r>
              <a:rPr lang="pt-BR" sz="1000" dirty="0">
                <a:latin typeface="Arial" panose="020B0604020202020204" pitchFamily="34" charset="0"/>
                <a:cs typeface="Arial" panose="020B0604020202020204" pitchFamily="34" charset="0"/>
              </a:rPr>
              <a:t>Data da compra: ________/_______/________</a:t>
            </a:r>
          </a:p>
          <a:p>
            <a:endParaRPr lang="pt-BR" sz="1000" dirty="0">
              <a:latin typeface="Arial" panose="020B0604020202020204" pitchFamily="34" charset="0"/>
              <a:cs typeface="Arial" panose="020B0604020202020204" pitchFamily="34" charset="0"/>
            </a:endParaRPr>
          </a:p>
          <a:p>
            <a:r>
              <a:rPr lang="pt-BR" sz="1000" dirty="0">
                <a:latin typeface="Arial" panose="020B0604020202020204" pitchFamily="34" charset="0"/>
                <a:cs typeface="Arial" panose="020B0604020202020204" pitchFamily="34" charset="0"/>
              </a:rPr>
              <a:t>Nota Fiscal:_________________________________________________________</a:t>
            </a:r>
          </a:p>
          <a:p>
            <a:endParaRPr lang="pt-BR" sz="1000" dirty="0">
              <a:latin typeface="Arial" panose="020B0604020202020204" pitchFamily="34" charset="0"/>
              <a:cs typeface="Arial" panose="020B0604020202020204" pitchFamily="34" charset="0"/>
            </a:endParaRPr>
          </a:p>
          <a:p>
            <a:r>
              <a:rPr lang="pt-BR" sz="1000" dirty="0">
                <a:latin typeface="Arial" panose="020B0604020202020204" pitchFamily="34" charset="0"/>
                <a:cs typeface="Arial" panose="020B0604020202020204" pitchFamily="34" charset="0"/>
              </a:rPr>
              <a:t>Revendedor:________________________________________________________</a:t>
            </a:r>
          </a:p>
          <a:p>
            <a:endParaRPr lang="pt-BR" sz="1000" dirty="0">
              <a:latin typeface="Arial" panose="020B0604020202020204" pitchFamily="34" charset="0"/>
              <a:cs typeface="Arial" panose="020B0604020202020204" pitchFamily="34" charset="0"/>
            </a:endParaRPr>
          </a:p>
          <a:p>
            <a:r>
              <a:rPr lang="pt-BR" sz="1000" dirty="0">
                <a:latin typeface="Arial" panose="020B0604020202020204" pitchFamily="34" charset="0"/>
                <a:cs typeface="Arial" panose="020B0604020202020204" pitchFamily="34" charset="0"/>
              </a:rPr>
              <a:t>Endereço:___________________________________________________________</a:t>
            </a:r>
          </a:p>
          <a:p>
            <a:endParaRPr lang="pt-BR" sz="1000" dirty="0">
              <a:latin typeface="Arial" panose="020B0604020202020204" pitchFamily="34" charset="0"/>
              <a:cs typeface="Arial" panose="020B0604020202020204" pitchFamily="34" charset="0"/>
            </a:endParaRPr>
          </a:p>
          <a:p>
            <a:r>
              <a:rPr lang="pt-BR" sz="1000" dirty="0">
                <a:latin typeface="Arial" panose="020B0604020202020204" pitchFamily="34" charset="0"/>
                <a:cs typeface="Arial" panose="020B0604020202020204" pitchFamily="34" charset="0"/>
              </a:rPr>
              <a:t>__________________________________Telefone:_________________________</a:t>
            </a:r>
          </a:p>
          <a:p>
            <a:endParaRPr lang="pt-BR" sz="1000" dirty="0">
              <a:latin typeface="Arial" panose="020B0604020202020204" pitchFamily="34" charset="0"/>
              <a:cs typeface="Arial" panose="020B0604020202020204" pitchFamily="34" charset="0"/>
            </a:endParaRPr>
          </a:p>
          <a:p>
            <a:r>
              <a:rPr lang="pt-BR" sz="1000" dirty="0">
                <a:latin typeface="Arial" panose="020B0604020202020204" pitchFamily="34" charset="0"/>
                <a:cs typeface="Arial" panose="020B0604020202020204" pitchFamily="34" charset="0"/>
              </a:rPr>
              <a:t>Cidade:_____________________________Estado:__________________________</a:t>
            </a:r>
          </a:p>
          <a:p>
            <a:endParaRPr lang="pt-BR" sz="1000" dirty="0">
              <a:latin typeface="Arial" panose="020B0604020202020204" pitchFamily="34" charset="0"/>
              <a:cs typeface="Arial" panose="020B0604020202020204" pitchFamily="34" charset="0"/>
            </a:endParaRPr>
          </a:p>
          <a:p>
            <a:r>
              <a:rPr lang="pt-BR" sz="1000" b="1" dirty="0">
                <a:latin typeface="Arial" panose="020B0604020202020204" pitchFamily="34" charset="0"/>
                <a:cs typeface="Arial" panose="020B0604020202020204" pitchFamily="34" charset="0"/>
              </a:rPr>
              <a:t>Aviso</a:t>
            </a:r>
            <a:r>
              <a:rPr lang="pt-BR" sz="1000" dirty="0">
                <a:latin typeface="Arial" panose="020B0604020202020204" pitchFamily="34" charset="0"/>
                <a:cs typeface="Arial" panose="020B0604020202020204" pitchFamily="34" charset="0"/>
              </a:rPr>
              <a:t>:</a:t>
            </a:r>
          </a:p>
          <a:p>
            <a:endParaRPr lang="pt-BR" sz="1000" dirty="0">
              <a:latin typeface="Arial" panose="020B0604020202020204" pitchFamily="34" charset="0"/>
              <a:cs typeface="Arial" panose="020B0604020202020204" pitchFamily="34" charset="0"/>
            </a:endParaRPr>
          </a:p>
          <a:p>
            <a:r>
              <a:rPr lang="pt-BR" sz="1000" i="1" dirty="0">
                <a:latin typeface="Arial" panose="020B0604020202020204" pitchFamily="34" charset="0"/>
                <a:cs typeface="Arial" panose="020B0604020202020204" pitchFamily="34" charset="0"/>
              </a:rPr>
              <a:t>No intuito de manter seus produtos sempre atualizados, a SÓ AÇO INDUSTRIAL se reserva ao direito de alterar as especificações e características de seu produto sem aviso prévio.</a:t>
            </a:r>
          </a:p>
          <a:p>
            <a:endParaRPr lang="pt-BR" sz="1000" dirty="0">
              <a:latin typeface="Arial" panose="020B0604020202020204" pitchFamily="34" charset="0"/>
              <a:cs typeface="Arial" panose="020B0604020202020204" pitchFamily="34" charset="0"/>
            </a:endParaRPr>
          </a:p>
          <a:p>
            <a:endParaRPr lang="pt-BR" sz="1000" dirty="0">
              <a:latin typeface="Arial" panose="020B0604020202020204" pitchFamily="34" charset="0"/>
              <a:cs typeface="Arial" panose="020B0604020202020204" pitchFamily="34" charset="0"/>
            </a:endParaRPr>
          </a:p>
          <a:p>
            <a:endParaRPr lang="pt-BR" sz="1000" dirty="0">
              <a:latin typeface="Arial" panose="020B0604020202020204" pitchFamily="34" charset="0"/>
              <a:cs typeface="Arial" panose="020B0604020202020204" pitchFamily="34" charset="0"/>
            </a:endParaRPr>
          </a:p>
          <a:p>
            <a:pPr algn="ctr"/>
            <a:r>
              <a:rPr lang="pt-BR" sz="1000" b="1" dirty="0">
                <a:latin typeface="Arial" panose="020B0604020202020204" pitchFamily="34" charset="0"/>
                <a:cs typeface="Arial" panose="020B0604020202020204" pitchFamily="34" charset="0"/>
              </a:rPr>
              <a:t>ASSISTÊNCIA TÉCNICA</a:t>
            </a:r>
          </a:p>
          <a:p>
            <a:pPr algn="ctr"/>
            <a:endParaRPr lang="pt-BR" sz="1000" b="1" dirty="0">
              <a:latin typeface="Arial" panose="020B0604020202020204" pitchFamily="34" charset="0"/>
              <a:cs typeface="Arial" panose="020B0604020202020204" pitchFamily="34" charset="0"/>
            </a:endParaRPr>
          </a:p>
          <a:p>
            <a:pPr algn="ctr"/>
            <a:r>
              <a:rPr lang="pt-BR" sz="1000" dirty="0">
                <a:latin typeface="Arial" panose="020B0604020202020204" pitchFamily="34" charset="0"/>
                <a:cs typeface="Arial" panose="020B0604020202020204" pitchFamily="34" charset="0"/>
              </a:rPr>
              <a:t>SAC – Serviço de Assistência ao Cliente – Só Aço </a:t>
            </a:r>
          </a:p>
          <a:p>
            <a:pPr algn="ctr"/>
            <a:r>
              <a:rPr lang="pt-BR" sz="1000" dirty="0">
                <a:latin typeface="Arial" panose="020B0604020202020204" pitchFamily="34" charset="0"/>
                <a:cs typeface="Arial" panose="020B0604020202020204" pitchFamily="34" charset="0"/>
              </a:rPr>
              <a:t>Fone (86) 3219-1200/1300/1454</a:t>
            </a:r>
          </a:p>
          <a:p>
            <a:pPr algn="ctr"/>
            <a:r>
              <a:rPr lang="pt-BR" sz="1000" dirty="0" err="1">
                <a:latin typeface="Arial" panose="020B0604020202020204" pitchFamily="34" charset="0"/>
                <a:cs typeface="Arial" panose="020B0604020202020204" pitchFamily="34" charset="0"/>
              </a:rPr>
              <a:t>E-mail:sac@soacoindustrial.com.br</a:t>
            </a:r>
            <a:endParaRPr lang="pt-BR" sz="1000" dirty="0">
              <a:latin typeface="Arial" panose="020B0604020202020204" pitchFamily="34" charset="0"/>
              <a:cs typeface="Arial" panose="020B0604020202020204" pitchFamily="34" charset="0"/>
            </a:endParaRPr>
          </a:p>
          <a:p>
            <a:pPr algn="ctr"/>
            <a:r>
              <a:rPr lang="pt-BR" sz="1000" dirty="0" err="1">
                <a:latin typeface="Arial" panose="020B0604020202020204" pitchFamily="34" charset="0"/>
                <a:cs typeface="Arial" panose="020B0604020202020204" pitchFamily="34" charset="0"/>
              </a:rPr>
              <a:t>Site:www.soacoindustrial.com.br</a:t>
            </a:r>
            <a:endParaRPr lang="pt-BR" sz="1000" dirty="0">
              <a:latin typeface="Arial" panose="020B0604020202020204" pitchFamily="34" charset="0"/>
              <a:cs typeface="Arial" panose="020B0604020202020204" pitchFamily="34" charset="0"/>
            </a:endParaRPr>
          </a:p>
        </p:txBody>
      </p:sp>
    </p:spTree>
    <p:extLst>
      <p:ext uri="{BB962C8B-B14F-4D97-AF65-F5344CB8AC3E}">
        <p14:creationId xmlns:p14="http://schemas.microsoft.com/office/powerpoint/2010/main" val="1014873312"/>
      </p:ext>
    </p:extLst>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118" name="Imagem 117">
            <a:extLst>
              <a:ext uri="{FF2B5EF4-FFF2-40B4-BE49-F238E27FC236}">
                <a16:creationId xmlns:a16="http://schemas.microsoft.com/office/drawing/2014/main" id="{5AC629B7-AFCA-40F1-ACC0-BA2BD9E54531}"/>
              </a:ext>
            </a:extLst>
          </p:cNvPr>
          <p:cNvPicPr/>
          <p:nvPr/>
        </p:nvPicPr>
        <p:blipFill>
          <a:blip r:embed="rId3">
            <a:extLst>
              <a:ext uri="{28A0092B-C50C-407E-A947-70E740481C1C}">
                <a14:useLocalDpi xmlns:a14="http://schemas.microsoft.com/office/drawing/2010/main" val="0"/>
              </a:ext>
            </a:extLst>
          </a:blip>
          <a:stretch>
            <a:fillRect/>
          </a:stretch>
        </p:blipFill>
        <p:spPr>
          <a:xfrm>
            <a:off x="0" y="704779"/>
            <a:ext cx="871830" cy="469240"/>
          </a:xfrm>
          <a:prstGeom prst="rect">
            <a:avLst/>
          </a:prstGeom>
        </p:spPr>
      </p:pic>
      <p:pic>
        <p:nvPicPr>
          <p:cNvPr id="119" name="Imagem 118">
            <a:extLst>
              <a:ext uri="{FF2B5EF4-FFF2-40B4-BE49-F238E27FC236}">
                <a16:creationId xmlns:a16="http://schemas.microsoft.com/office/drawing/2014/main" id="{C267EDF4-EE41-41F6-AC5B-BBC20007467E}"/>
              </a:ext>
            </a:extLst>
          </p:cNvPr>
          <p:cNvPicPr/>
          <p:nvPr/>
        </p:nvPicPr>
        <p:blipFill>
          <a:blip r:embed="rId3">
            <a:extLst>
              <a:ext uri="{28A0092B-C50C-407E-A947-70E740481C1C}">
                <a14:useLocalDpi xmlns:a14="http://schemas.microsoft.com/office/drawing/2010/main" val="0"/>
              </a:ext>
            </a:extLst>
          </a:blip>
          <a:stretch>
            <a:fillRect/>
          </a:stretch>
        </p:blipFill>
        <p:spPr>
          <a:xfrm>
            <a:off x="847656" y="707014"/>
            <a:ext cx="845783" cy="469240"/>
          </a:xfrm>
          <a:prstGeom prst="rect">
            <a:avLst/>
          </a:prstGeom>
        </p:spPr>
      </p:pic>
      <p:pic>
        <p:nvPicPr>
          <p:cNvPr id="120" name="Imagem 119">
            <a:extLst>
              <a:ext uri="{FF2B5EF4-FFF2-40B4-BE49-F238E27FC236}">
                <a16:creationId xmlns:a16="http://schemas.microsoft.com/office/drawing/2014/main" id="{016082EF-7437-41D2-9735-CBFC1817C2D5}"/>
              </a:ext>
            </a:extLst>
          </p:cNvPr>
          <p:cNvPicPr/>
          <p:nvPr/>
        </p:nvPicPr>
        <p:blipFill>
          <a:blip r:embed="rId3">
            <a:extLst>
              <a:ext uri="{28A0092B-C50C-407E-A947-70E740481C1C}">
                <a14:useLocalDpi xmlns:a14="http://schemas.microsoft.com/office/drawing/2010/main" val="0"/>
              </a:ext>
            </a:extLst>
          </a:blip>
          <a:stretch>
            <a:fillRect/>
          </a:stretch>
        </p:blipFill>
        <p:spPr>
          <a:xfrm>
            <a:off x="1748440" y="704218"/>
            <a:ext cx="845783" cy="469240"/>
          </a:xfrm>
          <a:prstGeom prst="rect">
            <a:avLst/>
          </a:prstGeom>
        </p:spPr>
      </p:pic>
      <p:pic>
        <p:nvPicPr>
          <p:cNvPr id="121" name="Imagem 120">
            <a:extLst>
              <a:ext uri="{FF2B5EF4-FFF2-40B4-BE49-F238E27FC236}">
                <a16:creationId xmlns:a16="http://schemas.microsoft.com/office/drawing/2014/main" id="{3D5C1204-FA89-4E9A-A487-ECD41FA8FCEE}"/>
              </a:ext>
            </a:extLst>
          </p:cNvPr>
          <p:cNvPicPr/>
          <p:nvPr/>
        </p:nvPicPr>
        <p:blipFill>
          <a:blip r:embed="rId3">
            <a:extLst>
              <a:ext uri="{28A0092B-C50C-407E-A947-70E740481C1C}">
                <a14:useLocalDpi xmlns:a14="http://schemas.microsoft.com/office/drawing/2010/main" val="0"/>
              </a:ext>
            </a:extLst>
          </a:blip>
          <a:stretch>
            <a:fillRect/>
          </a:stretch>
        </p:blipFill>
        <p:spPr>
          <a:xfrm>
            <a:off x="2672102" y="715312"/>
            <a:ext cx="881801" cy="469207"/>
          </a:xfrm>
          <a:prstGeom prst="rect">
            <a:avLst/>
          </a:prstGeom>
        </p:spPr>
      </p:pic>
      <p:cxnSp>
        <p:nvCxnSpPr>
          <p:cNvPr id="122" name="Conector reto 121">
            <a:extLst>
              <a:ext uri="{FF2B5EF4-FFF2-40B4-BE49-F238E27FC236}">
                <a16:creationId xmlns:a16="http://schemas.microsoft.com/office/drawing/2014/main" id="{D34B3D24-7D88-4841-AC23-59BD38D69587}"/>
              </a:ext>
            </a:extLst>
          </p:cNvPr>
          <p:cNvCxnSpPr>
            <a:cxnSpLocks/>
          </p:cNvCxnSpPr>
          <p:nvPr/>
        </p:nvCxnSpPr>
        <p:spPr>
          <a:xfrm>
            <a:off x="60718" y="344553"/>
            <a:ext cx="5176120" cy="0"/>
          </a:xfrm>
          <a:prstGeom prst="line">
            <a:avLst/>
          </a:prstGeom>
          <a:ln w="38100">
            <a:solidFill>
              <a:srgbClr val="002060"/>
            </a:solidFill>
          </a:ln>
        </p:spPr>
        <p:style>
          <a:lnRef idx="1">
            <a:schemeClr val="accent1"/>
          </a:lnRef>
          <a:fillRef idx="0">
            <a:schemeClr val="accent1"/>
          </a:fillRef>
          <a:effectRef idx="0">
            <a:schemeClr val="accent1"/>
          </a:effectRef>
          <a:fontRef idx="minor">
            <a:schemeClr val="tx1"/>
          </a:fontRef>
        </p:style>
      </p:cxnSp>
      <p:cxnSp>
        <p:nvCxnSpPr>
          <p:cNvPr id="123" name="Conector reto 122">
            <a:extLst>
              <a:ext uri="{FF2B5EF4-FFF2-40B4-BE49-F238E27FC236}">
                <a16:creationId xmlns:a16="http://schemas.microsoft.com/office/drawing/2014/main" id="{503821E8-B148-4A59-8FA8-0104027F0535}"/>
              </a:ext>
            </a:extLst>
          </p:cNvPr>
          <p:cNvCxnSpPr>
            <a:cxnSpLocks/>
          </p:cNvCxnSpPr>
          <p:nvPr/>
        </p:nvCxnSpPr>
        <p:spPr>
          <a:xfrm>
            <a:off x="52169" y="619088"/>
            <a:ext cx="5184669" cy="0"/>
          </a:xfrm>
          <a:prstGeom prst="line">
            <a:avLst/>
          </a:prstGeom>
          <a:ln w="38100">
            <a:solidFill>
              <a:srgbClr val="002060"/>
            </a:solidFill>
          </a:ln>
        </p:spPr>
        <p:style>
          <a:lnRef idx="1">
            <a:schemeClr val="accent1"/>
          </a:lnRef>
          <a:fillRef idx="0">
            <a:schemeClr val="accent1"/>
          </a:fillRef>
          <a:effectRef idx="0">
            <a:schemeClr val="accent1"/>
          </a:effectRef>
          <a:fontRef idx="minor">
            <a:schemeClr val="tx1"/>
          </a:fontRef>
        </p:style>
      </p:cxnSp>
      <p:pic>
        <p:nvPicPr>
          <p:cNvPr id="149" name="Imagem 148">
            <a:extLst>
              <a:ext uri="{FF2B5EF4-FFF2-40B4-BE49-F238E27FC236}">
                <a16:creationId xmlns:a16="http://schemas.microsoft.com/office/drawing/2014/main" id="{D5398C39-B104-4AEC-ABE4-E988D13DDF12}"/>
              </a:ext>
            </a:extLst>
          </p:cNvPr>
          <p:cNvPicPr/>
          <p:nvPr/>
        </p:nvPicPr>
        <p:blipFill>
          <a:blip r:embed="rId3">
            <a:extLst>
              <a:ext uri="{28A0092B-C50C-407E-A947-70E740481C1C}">
                <a14:useLocalDpi xmlns:a14="http://schemas.microsoft.com/office/drawing/2010/main" val="0"/>
              </a:ext>
            </a:extLst>
          </a:blip>
          <a:stretch>
            <a:fillRect/>
          </a:stretch>
        </p:blipFill>
        <p:spPr>
          <a:xfrm>
            <a:off x="3631782" y="714505"/>
            <a:ext cx="882167" cy="469207"/>
          </a:xfrm>
          <a:prstGeom prst="rect">
            <a:avLst/>
          </a:prstGeom>
        </p:spPr>
      </p:pic>
      <p:pic>
        <p:nvPicPr>
          <p:cNvPr id="150" name="Imagem 149">
            <a:extLst>
              <a:ext uri="{FF2B5EF4-FFF2-40B4-BE49-F238E27FC236}">
                <a16:creationId xmlns:a16="http://schemas.microsoft.com/office/drawing/2014/main" id="{411823D1-D713-43AC-A152-F798959859AE}"/>
              </a:ext>
            </a:extLst>
          </p:cNvPr>
          <p:cNvPicPr/>
          <p:nvPr/>
        </p:nvPicPr>
        <p:blipFill>
          <a:blip r:embed="rId3">
            <a:extLst>
              <a:ext uri="{28A0092B-C50C-407E-A947-70E740481C1C}">
                <a14:useLocalDpi xmlns:a14="http://schemas.microsoft.com/office/drawing/2010/main" val="0"/>
              </a:ext>
            </a:extLst>
          </a:blip>
          <a:stretch>
            <a:fillRect/>
          </a:stretch>
        </p:blipFill>
        <p:spPr>
          <a:xfrm>
            <a:off x="4553301" y="714505"/>
            <a:ext cx="810862" cy="469207"/>
          </a:xfrm>
          <a:prstGeom prst="rect">
            <a:avLst/>
          </a:prstGeom>
        </p:spPr>
      </p:pic>
      <p:pic>
        <p:nvPicPr>
          <p:cNvPr id="151" name="Imagem 150">
            <a:extLst>
              <a:ext uri="{FF2B5EF4-FFF2-40B4-BE49-F238E27FC236}">
                <a16:creationId xmlns:a16="http://schemas.microsoft.com/office/drawing/2014/main" id="{4F36D515-CEBA-40E8-BEB6-0CC377183DE9}"/>
              </a:ext>
            </a:extLst>
          </p:cNvPr>
          <p:cNvPicPr/>
          <p:nvPr/>
        </p:nvPicPr>
        <p:blipFill>
          <a:blip r:embed="rId3">
            <a:extLst>
              <a:ext uri="{28A0092B-C50C-407E-A947-70E740481C1C}">
                <a14:useLocalDpi xmlns:a14="http://schemas.microsoft.com/office/drawing/2010/main" val="0"/>
              </a:ext>
            </a:extLst>
          </a:blip>
          <a:stretch>
            <a:fillRect/>
          </a:stretch>
        </p:blipFill>
        <p:spPr>
          <a:xfrm>
            <a:off x="0" y="1184272"/>
            <a:ext cx="871830" cy="469240"/>
          </a:xfrm>
          <a:prstGeom prst="rect">
            <a:avLst/>
          </a:prstGeom>
        </p:spPr>
      </p:pic>
      <p:pic>
        <p:nvPicPr>
          <p:cNvPr id="152" name="Imagem 151">
            <a:extLst>
              <a:ext uri="{FF2B5EF4-FFF2-40B4-BE49-F238E27FC236}">
                <a16:creationId xmlns:a16="http://schemas.microsoft.com/office/drawing/2014/main" id="{D552C6FB-2CDF-476E-8015-5CE5CFF67B0E}"/>
              </a:ext>
            </a:extLst>
          </p:cNvPr>
          <p:cNvPicPr/>
          <p:nvPr/>
        </p:nvPicPr>
        <p:blipFill>
          <a:blip r:embed="rId3">
            <a:extLst>
              <a:ext uri="{28A0092B-C50C-407E-A947-70E740481C1C}">
                <a14:useLocalDpi xmlns:a14="http://schemas.microsoft.com/office/drawing/2010/main" val="0"/>
              </a:ext>
            </a:extLst>
          </a:blip>
          <a:stretch>
            <a:fillRect/>
          </a:stretch>
        </p:blipFill>
        <p:spPr>
          <a:xfrm>
            <a:off x="847656" y="1186507"/>
            <a:ext cx="845783" cy="469240"/>
          </a:xfrm>
          <a:prstGeom prst="rect">
            <a:avLst/>
          </a:prstGeom>
        </p:spPr>
      </p:pic>
      <p:pic>
        <p:nvPicPr>
          <p:cNvPr id="153" name="Imagem 152">
            <a:extLst>
              <a:ext uri="{FF2B5EF4-FFF2-40B4-BE49-F238E27FC236}">
                <a16:creationId xmlns:a16="http://schemas.microsoft.com/office/drawing/2014/main" id="{93FFA48C-C78F-4A6A-950D-F62C30E8D3F9}"/>
              </a:ext>
            </a:extLst>
          </p:cNvPr>
          <p:cNvPicPr/>
          <p:nvPr/>
        </p:nvPicPr>
        <p:blipFill>
          <a:blip r:embed="rId3">
            <a:extLst>
              <a:ext uri="{28A0092B-C50C-407E-A947-70E740481C1C}">
                <a14:useLocalDpi xmlns:a14="http://schemas.microsoft.com/office/drawing/2010/main" val="0"/>
              </a:ext>
            </a:extLst>
          </a:blip>
          <a:stretch>
            <a:fillRect/>
          </a:stretch>
        </p:blipFill>
        <p:spPr>
          <a:xfrm>
            <a:off x="1748440" y="1183711"/>
            <a:ext cx="845783" cy="469240"/>
          </a:xfrm>
          <a:prstGeom prst="rect">
            <a:avLst/>
          </a:prstGeom>
        </p:spPr>
      </p:pic>
      <p:pic>
        <p:nvPicPr>
          <p:cNvPr id="154" name="Imagem 153">
            <a:extLst>
              <a:ext uri="{FF2B5EF4-FFF2-40B4-BE49-F238E27FC236}">
                <a16:creationId xmlns:a16="http://schemas.microsoft.com/office/drawing/2014/main" id="{53925895-6664-406B-94DC-2EB0ACE86C92}"/>
              </a:ext>
            </a:extLst>
          </p:cNvPr>
          <p:cNvPicPr/>
          <p:nvPr/>
        </p:nvPicPr>
        <p:blipFill>
          <a:blip r:embed="rId3">
            <a:extLst>
              <a:ext uri="{28A0092B-C50C-407E-A947-70E740481C1C}">
                <a14:useLocalDpi xmlns:a14="http://schemas.microsoft.com/office/drawing/2010/main" val="0"/>
              </a:ext>
            </a:extLst>
          </a:blip>
          <a:stretch>
            <a:fillRect/>
          </a:stretch>
        </p:blipFill>
        <p:spPr>
          <a:xfrm>
            <a:off x="2672102" y="1194805"/>
            <a:ext cx="881801" cy="469207"/>
          </a:xfrm>
          <a:prstGeom prst="rect">
            <a:avLst/>
          </a:prstGeom>
        </p:spPr>
      </p:pic>
      <p:pic>
        <p:nvPicPr>
          <p:cNvPr id="155" name="Imagem 154">
            <a:extLst>
              <a:ext uri="{FF2B5EF4-FFF2-40B4-BE49-F238E27FC236}">
                <a16:creationId xmlns:a16="http://schemas.microsoft.com/office/drawing/2014/main" id="{88048BAB-EA57-49C9-9E46-0201CB81359A}"/>
              </a:ext>
            </a:extLst>
          </p:cNvPr>
          <p:cNvPicPr/>
          <p:nvPr/>
        </p:nvPicPr>
        <p:blipFill>
          <a:blip r:embed="rId3">
            <a:extLst>
              <a:ext uri="{28A0092B-C50C-407E-A947-70E740481C1C}">
                <a14:useLocalDpi xmlns:a14="http://schemas.microsoft.com/office/drawing/2010/main" val="0"/>
              </a:ext>
            </a:extLst>
          </a:blip>
          <a:stretch>
            <a:fillRect/>
          </a:stretch>
        </p:blipFill>
        <p:spPr>
          <a:xfrm>
            <a:off x="3631782" y="1193998"/>
            <a:ext cx="882167" cy="469207"/>
          </a:xfrm>
          <a:prstGeom prst="rect">
            <a:avLst/>
          </a:prstGeom>
        </p:spPr>
      </p:pic>
      <p:pic>
        <p:nvPicPr>
          <p:cNvPr id="156" name="Imagem 155">
            <a:extLst>
              <a:ext uri="{FF2B5EF4-FFF2-40B4-BE49-F238E27FC236}">
                <a16:creationId xmlns:a16="http://schemas.microsoft.com/office/drawing/2014/main" id="{80F3D9DD-EC8B-43B5-9A43-783E3099CE5A}"/>
              </a:ext>
            </a:extLst>
          </p:cNvPr>
          <p:cNvPicPr/>
          <p:nvPr/>
        </p:nvPicPr>
        <p:blipFill>
          <a:blip r:embed="rId3">
            <a:extLst>
              <a:ext uri="{28A0092B-C50C-407E-A947-70E740481C1C}">
                <a14:useLocalDpi xmlns:a14="http://schemas.microsoft.com/office/drawing/2010/main" val="0"/>
              </a:ext>
            </a:extLst>
          </a:blip>
          <a:stretch>
            <a:fillRect/>
          </a:stretch>
        </p:blipFill>
        <p:spPr>
          <a:xfrm>
            <a:off x="4553301" y="1193998"/>
            <a:ext cx="810862" cy="469207"/>
          </a:xfrm>
          <a:prstGeom prst="rect">
            <a:avLst/>
          </a:prstGeom>
        </p:spPr>
      </p:pic>
      <p:pic>
        <p:nvPicPr>
          <p:cNvPr id="170" name="Imagem 169">
            <a:extLst>
              <a:ext uri="{FF2B5EF4-FFF2-40B4-BE49-F238E27FC236}">
                <a16:creationId xmlns:a16="http://schemas.microsoft.com/office/drawing/2014/main" id="{C772224B-ADA4-40E3-A471-8C3651567D7D}"/>
              </a:ext>
            </a:extLst>
          </p:cNvPr>
          <p:cNvPicPr/>
          <p:nvPr/>
        </p:nvPicPr>
        <p:blipFill>
          <a:blip r:embed="rId3">
            <a:extLst>
              <a:ext uri="{28A0092B-C50C-407E-A947-70E740481C1C}">
                <a14:useLocalDpi xmlns:a14="http://schemas.microsoft.com/office/drawing/2010/main" val="0"/>
              </a:ext>
            </a:extLst>
          </a:blip>
          <a:stretch>
            <a:fillRect/>
          </a:stretch>
        </p:blipFill>
        <p:spPr>
          <a:xfrm>
            <a:off x="0" y="1660921"/>
            <a:ext cx="871830" cy="469240"/>
          </a:xfrm>
          <a:prstGeom prst="rect">
            <a:avLst/>
          </a:prstGeom>
        </p:spPr>
      </p:pic>
      <p:pic>
        <p:nvPicPr>
          <p:cNvPr id="171" name="Imagem 170">
            <a:extLst>
              <a:ext uri="{FF2B5EF4-FFF2-40B4-BE49-F238E27FC236}">
                <a16:creationId xmlns:a16="http://schemas.microsoft.com/office/drawing/2014/main" id="{93375444-7DC0-4D7B-8B4C-FF815E8BFA2A}"/>
              </a:ext>
            </a:extLst>
          </p:cNvPr>
          <p:cNvPicPr/>
          <p:nvPr/>
        </p:nvPicPr>
        <p:blipFill>
          <a:blip r:embed="rId3">
            <a:extLst>
              <a:ext uri="{28A0092B-C50C-407E-A947-70E740481C1C}">
                <a14:useLocalDpi xmlns:a14="http://schemas.microsoft.com/office/drawing/2010/main" val="0"/>
              </a:ext>
            </a:extLst>
          </a:blip>
          <a:stretch>
            <a:fillRect/>
          </a:stretch>
        </p:blipFill>
        <p:spPr>
          <a:xfrm>
            <a:off x="847656" y="1663156"/>
            <a:ext cx="845783" cy="469240"/>
          </a:xfrm>
          <a:prstGeom prst="rect">
            <a:avLst/>
          </a:prstGeom>
        </p:spPr>
      </p:pic>
      <p:pic>
        <p:nvPicPr>
          <p:cNvPr id="172" name="Imagem 171">
            <a:extLst>
              <a:ext uri="{FF2B5EF4-FFF2-40B4-BE49-F238E27FC236}">
                <a16:creationId xmlns:a16="http://schemas.microsoft.com/office/drawing/2014/main" id="{05C88A9F-C71C-4264-AA42-C3D2C99452A9}"/>
              </a:ext>
            </a:extLst>
          </p:cNvPr>
          <p:cNvPicPr/>
          <p:nvPr/>
        </p:nvPicPr>
        <p:blipFill>
          <a:blip r:embed="rId3">
            <a:extLst>
              <a:ext uri="{28A0092B-C50C-407E-A947-70E740481C1C}">
                <a14:useLocalDpi xmlns:a14="http://schemas.microsoft.com/office/drawing/2010/main" val="0"/>
              </a:ext>
            </a:extLst>
          </a:blip>
          <a:stretch>
            <a:fillRect/>
          </a:stretch>
        </p:blipFill>
        <p:spPr>
          <a:xfrm>
            <a:off x="1748440" y="1660360"/>
            <a:ext cx="845783" cy="469240"/>
          </a:xfrm>
          <a:prstGeom prst="rect">
            <a:avLst/>
          </a:prstGeom>
        </p:spPr>
      </p:pic>
      <p:pic>
        <p:nvPicPr>
          <p:cNvPr id="173" name="Imagem 172">
            <a:extLst>
              <a:ext uri="{FF2B5EF4-FFF2-40B4-BE49-F238E27FC236}">
                <a16:creationId xmlns:a16="http://schemas.microsoft.com/office/drawing/2014/main" id="{C5A3997C-FD33-4726-AFD2-9A2F948C42C2}"/>
              </a:ext>
            </a:extLst>
          </p:cNvPr>
          <p:cNvPicPr/>
          <p:nvPr/>
        </p:nvPicPr>
        <p:blipFill>
          <a:blip r:embed="rId3">
            <a:extLst>
              <a:ext uri="{28A0092B-C50C-407E-A947-70E740481C1C}">
                <a14:useLocalDpi xmlns:a14="http://schemas.microsoft.com/office/drawing/2010/main" val="0"/>
              </a:ext>
            </a:extLst>
          </a:blip>
          <a:stretch>
            <a:fillRect/>
          </a:stretch>
        </p:blipFill>
        <p:spPr>
          <a:xfrm>
            <a:off x="2672102" y="1671455"/>
            <a:ext cx="881801" cy="469207"/>
          </a:xfrm>
          <a:prstGeom prst="rect">
            <a:avLst/>
          </a:prstGeom>
        </p:spPr>
      </p:pic>
      <p:pic>
        <p:nvPicPr>
          <p:cNvPr id="174" name="Imagem 173">
            <a:extLst>
              <a:ext uri="{FF2B5EF4-FFF2-40B4-BE49-F238E27FC236}">
                <a16:creationId xmlns:a16="http://schemas.microsoft.com/office/drawing/2014/main" id="{722EF49B-1178-49E5-AB1E-5E214279EA61}"/>
              </a:ext>
            </a:extLst>
          </p:cNvPr>
          <p:cNvPicPr/>
          <p:nvPr/>
        </p:nvPicPr>
        <p:blipFill>
          <a:blip r:embed="rId3">
            <a:extLst>
              <a:ext uri="{28A0092B-C50C-407E-A947-70E740481C1C}">
                <a14:useLocalDpi xmlns:a14="http://schemas.microsoft.com/office/drawing/2010/main" val="0"/>
              </a:ext>
            </a:extLst>
          </a:blip>
          <a:stretch>
            <a:fillRect/>
          </a:stretch>
        </p:blipFill>
        <p:spPr>
          <a:xfrm>
            <a:off x="3631782" y="1670647"/>
            <a:ext cx="882167" cy="469207"/>
          </a:xfrm>
          <a:prstGeom prst="rect">
            <a:avLst/>
          </a:prstGeom>
        </p:spPr>
      </p:pic>
      <p:pic>
        <p:nvPicPr>
          <p:cNvPr id="175" name="Imagem 174">
            <a:extLst>
              <a:ext uri="{FF2B5EF4-FFF2-40B4-BE49-F238E27FC236}">
                <a16:creationId xmlns:a16="http://schemas.microsoft.com/office/drawing/2014/main" id="{95E390A4-A530-4167-A1E8-FCFE728E7F65}"/>
              </a:ext>
            </a:extLst>
          </p:cNvPr>
          <p:cNvPicPr/>
          <p:nvPr/>
        </p:nvPicPr>
        <p:blipFill>
          <a:blip r:embed="rId3">
            <a:extLst>
              <a:ext uri="{28A0092B-C50C-407E-A947-70E740481C1C}">
                <a14:useLocalDpi xmlns:a14="http://schemas.microsoft.com/office/drawing/2010/main" val="0"/>
              </a:ext>
            </a:extLst>
          </a:blip>
          <a:stretch>
            <a:fillRect/>
          </a:stretch>
        </p:blipFill>
        <p:spPr>
          <a:xfrm>
            <a:off x="4553301" y="1670647"/>
            <a:ext cx="810862" cy="469207"/>
          </a:xfrm>
          <a:prstGeom prst="rect">
            <a:avLst/>
          </a:prstGeom>
        </p:spPr>
      </p:pic>
      <p:pic>
        <p:nvPicPr>
          <p:cNvPr id="176" name="Imagem 175">
            <a:extLst>
              <a:ext uri="{FF2B5EF4-FFF2-40B4-BE49-F238E27FC236}">
                <a16:creationId xmlns:a16="http://schemas.microsoft.com/office/drawing/2014/main" id="{4AD8EB53-9EA1-41D5-9E47-F15387628EC7}"/>
              </a:ext>
            </a:extLst>
          </p:cNvPr>
          <p:cNvPicPr/>
          <p:nvPr/>
        </p:nvPicPr>
        <p:blipFill>
          <a:blip r:embed="rId3">
            <a:extLst>
              <a:ext uri="{28A0092B-C50C-407E-A947-70E740481C1C}">
                <a14:useLocalDpi xmlns:a14="http://schemas.microsoft.com/office/drawing/2010/main" val="0"/>
              </a:ext>
            </a:extLst>
          </a:blip>
          <a:stretch>
            <a:fillRect/>
          </a:stretch>
        </p:blipFill>
        <p:spPr>
          <a:xfrm>
            <a:off x="0" y="2140414"/>
            <a:ext cx="871830" cy="469240"/>
          </a:xfrm>
          <a:prstGeom prst="rect">
            <a:avLst/>
          </a:prstGeom>
        </p:spPr>
      </p:pic>
      <p:pic>
        <p:nvPicPr>
          <p:cNvPr id="177" name="Imagem 176">
            <a:extLst>
              <a:ext uri="{FF2B5EF4-FFF2-40B4-BE49-F238E27FC236}">
                <a16:creationId xmlns:a16="http://schemas.microsoft.com/office/drawing/2014/main" id="{6972FFEC-AA61-4F84-81F4-C31451FE3AF6}"/>
              </a:ext>
            </a:extLst>
          </p:cNvPr>
          <p:cNvPicPr/>
          <p:nvPr/>
        </p:nvPicPr>
        <p:blipFill>
          <a:blip r:embed="rId3">
            <a:extLst>
              <a:ext uri="{28A0092B-C50C-407E-A947-70E740481C1C}">
                <a14:useLocalDpi xmlns:a14="http://schemas.microsoft.com/office/drawing/2010/main" val="0"/>
              </a:ext>
            </a:extLst>
          </a:blip>
          <a:stretch>
            <a:fillRect/>
          </a:stretch>
        </p:blipFill>
        <p:spPr>
          <a:xfrm>
            <a:off x="847656" y="2142649"/>
            <a:ext cx="845783" cy="469240"/>
          </a:xfrm>
          <a:prstGeom prst="rect">
            <a:avLst/>
          </a:prstGeom>
        </p:spPr>
      </p:pic>
      <p:pic>
        <p:nvPicPr>
          <p:cNvPr id="178" name="Imagem 177">
            <a:extLst>
              <a:ext uri="{FF2B5EF4-FFF2-40B4-BE49-F238E27FC236}">
                <a16:creationId xmlns:a16="http://schemas.microsoft.com/office/drawing/2014/main" id="{30A59A14-E794-4A61-8CB3-C215F38997FB}"/>
              </a:ext>
            </a:extLst>
          </p:cNvPr>
          <p:cNvPicPr/>
          <p:nvPr/>
        </p:nvPicPr>
        <p:blipFill>
          <a:blip r:embed="rId3">
            <a:extLst>
              <a:ext uri="{28A0092B-C50C-407E-A947-70E740481C1C}">
                <a14:useLocalDpi xmlns:a14="http://schemas.microsoft.com/office/drawing/2010/main" val="0"/>
              </a:ext>
            </a:extLst>
          </a:blip>
          <a:stretch>
            <a:fillRect/>
          </a:stretch>
        </p:blipFill>
        <p:spPr>
          <a:xfrm>
            <a:off x="1748440" y="2139853"/>
            <a:ext cx="845783" cy="469240"/>
          </a:xfrm>
          <a:prstGeom prst="rect">
            <a:avLst/>
          </a:prstGeom>
        </p:spPr>
      </p:pic>
      <p:pic>
        <p:nvPicPr>
          <p:cNvPr id="179" name="Imagem 178">
            <a:extLst>
              <a:ext uri="{FF2B5EF4-FFF2-40B4-BE49-F238E27FC236}">
                <a16:creationId xmlns:a16="http://schemas.microsoft.com/office/drawing/2014/main" id="{63DD8F9D-5ABD-4075-8EA8-3FBFDF0FE816}"/>
              </a:ext>
            </a:extLst>
          </p:cNvPr>
          <p:cNvPicPr/>
          <p:nvPr/>
        </p:nvPicPr>
        <p:blipFill>
          <a:blip r:embed="rId3">
            <a:extLst>
              <a:ext uri="{28A0092B-C50C-407E-A947-70E740481C1C}">
                <a14:useLocalDpi xmlns:a14="http://schemas.microsoft.com/office/drawing/2010/main" val="0"/>
              </a:ext>
            </a:extLst>
          </a:blip>
          <a:stretch>
            <a:fillRect/>
          </a:stretch>
        </p:blipFill>
        <p:spPr>
          <a:xfrm>
            <a:off x="2672102" y="2150948"/>
            <a:ext cx="881801" cy="469207"/>
          </a:xfrm>
          <a:prstGeom prst="rect">
            <a:avLst/>
          </a:prstGeom>
        </p:spPr>
      </p:pic>
      <p:pic>
        <p:nvPicPr>
          <p:cNvPr id="180" name="Imagem 179">
            <a:extLst>
              <a:ext uri="{FF2B5EF4-FFF2-40B4-BE49-F238E27FC236}">
                <a16:creationId xmlns:a16="http://schemas.microsoft.com/office/drawing/2014/main" id="{BF3FD009-5FAC-4CAE-9078-C98CA1F51847}"/>
              </a:ext>
            </a:extLst>
          </p:cNvPr>
          <p:cNvPicPr/>
          <p:nvPr/>
        </p:nvPicPr>
        <p:blipFill>
          <a:blip r:embed="rId3">
            <a:extLst>
              <a:ext uri="{28A0092B-C50C-407E-A947-70E740481C1C}">
                <a14:useLocalDpi xmlns:a14="http://schemas.microsoft.com/office/drawing/2010/main" val="0"/>
              </a:ext>
            </a:extLst>
          </a:blip>
          <a:stretch>
            <a:fillRect/>
          </a:stretch>
        </p:blipFill>
        <p:spPr>
          <a:xfrm>
            <a:off x="3631782" y="2150140"/>
            <a:ext cx="882167" cy="469207"/>
          </a:xfrm>
          <a:prstGeom prst="rect">
            <a:avLst/>
          </a:prstGeom>
        </p:spPr>
      </p:pic>
      <p:pic>
        <p:nvPicPr>
          <p:cNvPr id="181" name="Imagem 180">
            <a:extLst>
              <a:ext uri="{FF2B5EF4-FFF2-40B4-BE49-F238E27FC236}">
                <a16:creationId xmlns:a16="http://schemas.microsoft.com/office/drawing/2014/main" id="{802C5D3B-C4E0-4F09-A8FD-8B00816C7EBC}"/>
              </a:ext>
            </a:extLst>
          </p:cNvPr>
          <p:cNvPicPr/>
          <p:nvPr/>
        </p:nvPicPr>
        <p:blipFill>
          <a:blip r:embed="rId3">
            <a:extLst>
              <a:ext uri="{28A0092B-C50C-407E-A947-70E740481C1C}">
                <a14:useLocalDpi xmlns:a14="http://schemas.microsoft.com/office/drawing/2010/main" val="0"/>
              </a:ext>
            </a:extLst>
          </a:blip>
          <a:stretch>
            <a:fillRect/>
          </a:stretch>
        </p:blipFill>
        <p:spPr>
          <a:xfrm>
            <a:off x="4553301" y="2150140"/>
            <a:ext cx="810862" cy="469207"/>
          </a:xfrm>
          <a:prstGeom prst="rect">
            <a:avLst/>
          </a:prstGeom>
        </p:spPr>
      </p:pic>
      <p:pic>
        <p:nvPicPr>
          <p:cNvPr id="182" name="Imagem 181">
            <a:extLst>
              <a:ext uri="{FF2B5EF4-FFF2-40B4-BE49-F238E27FC236}">
                <a16:creationId xmlns:a16="http://schemas.microsoft.com/office/drawing/2014/main" id="{FEE97F4F-CFDA-4C02-80FF-2F81AB8BA392}"/>
              </a:ext>
            </a:extLst>
          </p:cNvPr>
          <p:cNvPicPr/>
          <p:nvPr/>
        </p:nvPicPr>
        <p:blipFill>
          <a:blip r:embed="rId3">
            <a:extLst>
              <a:ext uri="{28A0092B-C50C-407E-A947-70E740481C1C}">
                <a14:useLocalDpi xmlns:a14="http://schemas.microsoft.com/office/drawing/2010/main" val="0"/>
              </a:ext>
            </a:extLst>
          </a:blip>
          <a:stretch>
            <a:fillRect/>
          </a:stretch>
        </p:blipFill>
        <p:spPr>
          <a:xfrm>
            <a:off x="0" y="2606277"/>
            <a:ext cx="871830" cy="469240"/>
          </a:xfrm>
          <a:prstGeom prst="rect">
            <a:avLst/>
          </a:prstGeom>
        </p:spPr>
      </p:pic>
      <p:pic>
        <p:nvPicPr>
          <p:cNvPr id="183" name="Imagem 182">
            <a:extLst>
              <a:ext uri="{FF2B5EF4-FFF2-40B4-BE49-F238E27FC236}">
                <a16:creationId xmlns:a16="http://schemas.microsoft.com/office/drawing/2014/main" id="{2FE058B4-0D7F-45C4-BB35-28D428BECE1C}"/>
              </a:ext>
            </a:extLst>
          </p:cNvPr>
          <p:cNvPicPr/>
          <p:nvPr/>
        </p:nvPicPr>
        <p:blipFill>
          <a:blip r:embed="rId3">
            <a:extLst>
              <a:ext uri="{28A0092B-C50C-407E-A947-70E740481C1C}">
                <a14:useLocalDpi xmlns:a14="http://schemas.microsoft.com/office/drawing/2010/main" val="0"/>
              </a:ext>
            </a:extLst>
          </a:blip>
          <a:stretch>
            <a:fillRect/>
          </a:stretch>
        </p:blipFill>
        <p:spPr>
          <a:xfrm>
            <a:off x="847656" y="2608512"/>
            <a:ext cx="845783" cy="469240"/>
          </a:xfrm>
          <a:prstGeom prst="rect">
            <a:avLst/>
          </a:prstGeom>
        </p:spPr>
      </p:pic>
      <p:pic>
        <p:nvPicPr>
          <p:cNvPr id="184" name="Imagem 183">
            <a:extLst>
              <a:ext uri="{FF2B5EF4-FFF2-40B4-BE49-F238E27FC236}">
                <a16:creationId xmlns:a16="http://schemas.microsoft.com/office/drawing/2014/main" id="{A432E581-8E99-4308-81DE-6BB98A0F3B4B}"/>
              </a:ext>
            </a:extLst>
          </p:cNvPr>
          <p:cNvPicPr/>
          <p:nvPr/>
        </p:nvPicPr>
        <p:blipFill>
          <a:blip r:embed="rId3">
            <a:extLst>
              <a:ext uri="{28A0092B-C50C-407E-A947-70E740481C1C}">
                <a14:useLocalDpi xmlns:a14="http://schemas.microsoft.com/office/drawing/2010/main" val="0"/>
              </a:ext>
            </a:extLst>
          </a:blip>
          <a:stretch>
            <a:fillRect/>
          </a:stretch>
        </p:blipFill>
        <p:spPr>
          <a:xfrm>
            <a:off x="1748440" y="2605717"/>
            <a:ext cx="845783" cy="469240"/>
          </a:xfrm>
          <a:prstGeom prst="rect">
            <a:avLst/>
          </a:prstGeom>
        </p:spPr>
      </p:pic>
      <p:pic>
        <p:nvPicPr>
          <p:cNvPr id="185" name="Imagem 184">
            <a:extLst>
              <a:ext uri="{FF2B5EF4-FFF2-40B4-BE49-F238E27FC236}">
                <a16:creationId xmlns:a16="http://schemas.microsoft.com/office/drawing/2014/main" id="{C40910E6-DA42-4C5C-8293-41208777F140}"/>
              </a:ext>
            </a:extLst>
          </p:cNvPr>
          <p:cNvPicPr/>
          <p:nvPr/>
        </p:nvPicPr>
        <p:blipFill>
          <a:blip r:embed="rId3">
            <a:extLst>
              <a:ext uri="{28A0092B-C50C-407E-A947-70E740481C1C}">
                <a14:useLocalDpi xmlns:a14="http://schemas.microsoft.com/office/drawing/2010/main" val="0"/>
              </a:ext>
            </a:extLst>
          </a:blip>
          <a:stretch>
            <a:fillRect/>
          </a:stretch>
        </p:blipFill>
        <p:spPr>
          <a:xfrm>
            <a:off x="2672102" y="2616811"/>
            <a:ext cx="881801" cy="469207"/>
          </a:xfrm>
          <a:prstGeom prst="rect">
            <a:avLst/>
          </a:prstGeom>
        </p:spPr>
      </p:pic>
      <p:pic>
        <p:nvPicPr>
          <p:cNvPr id="186" name="Imagem 185">
            <a:extLst>
              <a:ext uri="{FF2B5EF4-FFF2-40B4-BE49-F238E27FC236}">
                <a16:creationId xmlns:a16="http://schemas.microsoft.com/office/drawing/2014/main" id="{50803AF4-F854-43B9-9378-82F51A4016B9}"/>
              </a:ext>
            </a:extLst>
          </p:cNvPr>
          <p:cNvPicPr/>
          <p:nvPr/>
        </p:nvPicPr>
        <p:blipFill>
          <a:blip r:embed="rId3">
            <a:extLst>
              <a:ext uri="{28A0092B-C50C-407E-A947-70E740481C1C}">
                <a14:useLocalDpi xmlns:a14="http://schemas.microsoft.com/office/drawing/2010/main" val="0"/>
              </a:ext>
            </a:extLst>
          </a:blip>
          <a:stretch>
            <a:fillRect/>
          </a:stretch>
        </p:blipFill>
        <p:spPr>
          <a:xfrm>
            <a:off x="3631782" y="2616004"/>
            <a:ext cx="882167" cy="469207"/>
          </a:xfrm>
          <a:prstGeom prst="rect">
            <a:avLst/>
          </a:prstGeom>
        </p:spPr>
      </p:pic>
      <p:pic>
        <p:nvPicPr>
          <p:cNvPr id="187" name="Imagem 186">
            <a:extLst>
              <a:ext uri="{FF2B5EF4-FFF2-40B4-BE49-F238E27FC236}">
                <a16:creationId xmlns:a16="http://schemas.microsoft.com/office/drawing/2014/main" id="{1D45F13B-5F2F-4DA0-B86E-E5C1A69407C3}"/>
              </a:ext>
            </a:extLst>
          </p:cNvPr>
          <p:cNvPicPr/>
          <p:nvPr/>
        </p:nvPicPr>
        <p:blipFill>
          <a:blip r:embed="rId3">
            <a:extLst>
              <a:ext uri="{28A0092B-C50C-407E-A947-70E740481C1C}">
                <a14:useLocalDpi xmlns:a14="http://schemas.microsoft.com/office/drawing/2010/main" val="0"/>
              </a:ext>
            </a:extLst>
          </a:blip>
          <a:stretch>
            <a:fillRect/>
          </a:stretch>
        </p:blipFill>
        <p:spPr>
          <a:xfrm>
            <a:off x="4553301" y="2616004"/>
            <a:ext cx="810862" cy="469207"/>
          </a:xfrm>
          <a:prstGeom prst="rect">
            <a:avLst/>
          </a:prstGeom>
        </p:spPr>
      </p:pic>
      <p:pic>
        <p:nvPicPr>
          <p:cNvPr id="188" name="Imagem 187">
            <a:extLst>
              <a:ext uri="{FF2B5EF4-FFF2-40B4-BE49-F238E27FC236}">
                <a16:creationId xmlns:a16="http://schemas.microsoft.com/office/drawing/2014/main" id="{01AEB3F9-B71B-4FA6-B09D-9C1037666F5C}"/>
              </a:ext>
            </a:extLst>
          </p:cNvPr>
          <p:cNvPicPr/>
          <p:nvPr/>
        </p:nvPicPr>
        <p:blipFill>
          <a:blip r:embed="rId3">
            <a:extLst>
              <a:ext uri="{28A0092B-C50C-407E-A947-70E740481C1C}">
                <a14:useLocalDpi xmlns:a14="http://schemas.microsoft.com/office/drawing/2010/main" val="0"/>
              </a:ext>
            </a:extLst>
          </a:blip>
          <a:stretch>
            <a:fillRect/>
          </a:stretch>
        </p:blipFill>
        <p:spPr>
          <a:xfrm>
            <a:off x="0" y="3085770"/>
            <a:ext cx="871830" cy="469240"/>
          </a:xfrm>
          <a:prstGeom prst="rect">
            <a:avLst/>
          </a:prstGeom>
        </p:spPr>
      </p:pic>
      <p:pic>
        <p:nvPicPr>
          <p:cNvPr id="189" name="Imagem 188">
            <a:extLst>
              <a:ext uri="{FF2B5EF4-FFF2-40B4-BE49-F238E27FC236}">
                <a16:creationId xmlns:a16="http://schemas.microsoft.com/office/drawing/2014/main" id="{17BE768A-9F03-46F7-9389-26A5C2C8D23B}"/>
              </a:ext>
            </a:extLst>
          </p:cNvPr>
          <p:cNvPicPr/>
          <p:nvPr/>
        </p:nvPicPr>
        <p:blipFill>
          <a:blip r:embed="rId3">
            <a:extLst>
              <a:ext uri="{28A0092B-C50C-407E-A947-70E740481C1C}">
                <a14:useLocalDpi xmlns:a14="http://schemas.microsoft.com/office/drawing/2010/main" val="0"/>
              </a:ext>
            </a:extLst>
          </a:blip>
          <a:stretch>
            <a:fillRect/>
          </a:stretch>
        </p:blipFill>
        <p:spPr>
          <a:xfrm>
            <a:off x="847656" y="3088005"/>
            <a:ext cx="845783" cy="469240"/>
          </a:xfrm>
          <a:prstGeom prst="rect">
            <a:avLst/>
          </a:prstGeom>
        </p:spPr>
      </p:pic>
      <p:pic>
        <p:nvPicPr>
          <p:cNvPr id="190" name="Imagem 189">
            <a:extLst>
              <a:ext uri="{FF2B5EF4-FFF2-40B4-BE49-F238E27FC236}">
                <a16:creationId xmlns:a16="http://schemas.microsoft.com/office/drawing/2014/main" id="{48ADF9D0-FC1D-4D17-A85B-38E9C93B8D00}"/>
              </a:ext>
            </a:extLst>
          </p:cNvPr>
          <p:cNvPicPr/>
          <p:nvPr/>
        </p:nvPicPr>
        <p:blipFill>
          <a:blip r:embed="rId3">
            <a:extLst>
              <a:ext uri="{28A0092B-C50C-407E-A947-70E740481C1C}">
                <a14:useLocalDpi xmlns:a14="http://schemas.microsoft.com/office/drawing/2010/main" val="0"/>
              </a:ext>
            </a:extLst>
          </a:blip>
          <a:stretch>
            <a:fillRect/>
          </a:stretch>
        </p:blipFill>
        <p:spPr>
          <a:xfrm>
            <a:off x="1748440" y="3085210"/>
            <a:ext cx="845783" cy="469240"/>
          </a:xfrm>
          <a:prstGeom prst="rect">
            <a:avLst/>
          </a:prstGeom>
        </p:spPr>
      </p:pic>
      <p:pic>
        <p:nvPicPr>
          <p:cNvPr id="191" name="Imagem 190">
            <a:extLst>
              <a:ext uri="{FF2B5EF4-FFF2-40B4-BE49-F238E27FC236}">
                <a16:creationId xmlns:a16="http://schemas.microsoft.com/office/drawing/2014/main" id="{CC2073ED-4DB4-4D06-8F0A-F6946C21AB7A}"/>
              </a:ext>
            </a:extLst>
          </p:cNvPr>
          <p:cNvPicPr/>
          <p:nvPr/>
        </p:nvPicPr>
        <p:blipFill>
          <a:blip r:embed="rId3">
            <a:extLst>
              <a:ext uri="{28A0092B-C50C-407E-A947-70E740481C1C}">
                <a14:useLocalDpi xmlns:a14="http://schemas.microsoft.com/office/drawing/2010/main" val="0"/>
              </a:ext>
            </a:extLst>
          </a:blip>
          <a:stretch>
            <a:fillRect/>
          </a:stretch>
        </p:blipFill>
        <p:spPr>
          <a:xfrm>
            <a:off x="2672102" y="3096304"/>
            <a:ext cx="881801" cy="469207"/>
          </a:xfrm>
          <a:prstGeom prst="rect">
            <a:avLst/>
          </a:prstGeom>
        </p:spPr>
      </p:pic>
      <p:pic>
        <p:nvPicPr>
          <p:cNvPr id="192" name="Imagem 191">
            <a:extLst>
              <a:ext uri="{FF2B5EF4-FFF2-40B4-BE49-F238E27FC236}">
                <a16:creationId xmlns:a16="http://schemas.microsoft.com/office/drawing/2014/main" id="{1F8CC9A1-5785-4B64-9D47-86A60073CF0C}"/>
              </a:ext>
            </a:extLst>
          </p:cNvPr>
          <p:cNvPicPr/>
          <p:nvPr/>
        </p:nvPicPr>
        <p:blipFill>
          <a:blip r:embed="rId3">
            <a:extLst>
              <a:ext uri="{28A0092B-C50C-407E-A947-70E740481C1C}">
                <a14:useLocalDpi xmlns:a14="http://schemas.microsoft.com/office/drawing/2010/main" val="0"/>
              </a:ext>
            </a:extLst>
          </a:blip>
          <a:stretch>
            <a:fillRect/>
          </a:stretch>
        </p:blipFill>
        <p:spPr>
          <a:xfrm>
            <a:off x="3631782" y="3095497"/>
            <a:ext cx="882167" cy="469207"/>
          </a:xfrm>
          <a:prstGeom prst="rect">
            <a:avLst/>
          </a:prstGeom>
        </p:spPr>
      </p:pic>
      <p:pic>
        <p:nvPicPr>
          <p:cNvPr id="193" name="Imagem 192">
            <a:extLst>
              <a:ext uri="{FF2B5EF4-FFF2-40B4-BE49-F238E27FC236}">
                <a16:creationId xmlns:a16="http://schemas.microsoft.com/office/drawing/2014/main" id="{36618FDA-28BA-4B56-A633-7BC8133D7158}"/>
              </a:ext>
            </a:extLst>
          </p:cNvPr>
          <p:cNvPicPr/>
          <p:nvPr/>
        </p:nvPicPr>
        <p:blipFill>
          <a:blip r:embed="rId3">
            <a:extLst>
              <a:ext uri="{28A0092B-C50C-407E-A947-70E740481C1C}">
                <a14:useLocalDpi xmlns:a14="http://schemas.microsoft.com/office/drawing/2010/main" val="0"/>
              </a:ext>
            </a:extLst>
          </a:blip>
          <a:stretch>
            <a:fillRect/>
          </a:stretch>
        </p:blipFill>
        <p:spPr>
          <a:xfrm>
            <a:off x="4553301" y="3095497"/>
            <a:ext cx="810862" cy="469207"/>
          </a:xfrm>
          <a:prstGeom prst="rect">
            <a:avLst/>
          </a:prstGeom>
        </p:spPr>
      </p:pic>
      <p:pic>
        <p:nvPicPr>
          <p:cNvPr id="194" name="Imagem 193">
            <a:extLst>
              <a:ext uri="{FF2B5EF4-FFF2-40B4-BE49-F238E27FC236}">
                <a16:creationId xmlns:a16="http://schemas.microsoft.com/office/drawing/2014/main" id="{9EAA8629-9130-470E-A5A9-2E373936C956}"/>
              </a:ext>
            </a:extLst>
          </p:cNvPr>
          <p:cNvPicPr/>
          <p:nvPr/>
        </p:nvPicPr>
        <p:blipFill>
          <a:blip r:embed="rId3">
            <a:extLst>
              <a:ext uri="{28A0092B-C50C-407E-A947-70E740481C1C}">
                <a14:useLocalDpi xmlns:a14="http://schemas.microsoft.com/office/drawing/2010/main" val="0"/>
              </a:ext>
            </a:extLst>
          </a:blip>
          <a:stretch>
            <a:fillRect/>
          </a:stretch>
        </p:blipFill>
        <p:spPr>
          <a:xfrm>
            <a:off x="0" y="3554109"/>
            <a:ext cx="871830" cy="469240"/>
          </a:xfrm>
          <a:prstGeom prst="rect">
            <a:avLst/>
          </a:prstGeom>
        </p:spPr>
      </p:pic>
      <p:pic>
        <p:nvPicPr>
          <p:cNvPr id="195" name="Imagem 194">
            <a:extLst>
              <a:ext uri="{FF2B5EF4-FFF2-40B4-BE49-F238E27FC236}">
                <a16:creationId xmlns:a16="http://schemas.microsoft.com/office/drawing/2014/main" id="{0CC289C0-BD88-4E37-BC61-B27AA5E15776}"/>
              </a:ext>
            </a:extLst>
          </p:cNvPr>
          <p:cNvPicPr/>
          <p:nvPr/>
        </p:nvPicPr>
        <p:blipFill>
          <a:blip r:embed="rId3">
            <a:extLst>
              <a:ext uri="{28A0092B-C50C-407E-A947-70E740481C1C}">
                <a14:useLocalDpi xmlns:a14="http://schemas.microsoft.com/office/drawing/2010/main" val="0"/>
              </a:ext>
            </a:extLst>
          </a:blip>
          <a:stretch>
            <a:fillRect/>
          </a:stretch>
        </p:blipFill>
        <p:spPr>
          <a:xfrm>
            <a:off x="847656" y="3556344"/>
            <a:ext cx="845783" cy="469240"/>
          </a:xfrm>
          <a:prstGeom prst="rect">
            <a:avLst/>
          </a:prstGeom>
        </p:spPr>
      </p:pic>
      <p:pic>
        <p:nvPicPr>
          <p:cNvPr id="196" name="Imagem 195">
            <a:extLst>
              <a:ext uri="{FF2B5EF4-FFF2-40B4-BE49-F238E27FC236}">
                <a16:creationId xmlns:a16="http://schemas.microsoft.com/office/drawing/2014/main" id="{30C544C7-AAD0-4159-853C-C425074B6928}"/>
              </a:ext>
            </a:extLst>
          </p:cNvPr>
          <p:cNvPicPr/>
          <p:nvPr/>
        </p:nvPicPr>
        <p:blipFill>
          <a:blip r:embed="rId3">
            <a:extLst>
              <a:ext uri="{28A0092B-C50C-407E-A947-70E740481C1C}">
                <a14:useLocalDpi xmlns:a14="http://schemas.microsoft.com/office/drawing/2010/main" val="0"/>
              </a:ext>
            </a:extLst>
          </a:blip>
          <a:stretch>
            <a:fillRect/>
          </a:stretch>
        </p:blipFill>
        <p:spPr>
          <a:xfrm>
            <a:off x="1748440" y="3553548"/>
            <a:ext cx="845783" cy="469240"/>
          </a:xfrm>
          <a:prstGeom prst="rect">
            <a:avLst/>
          </a:prstGeom>
        </p:spPr>
      </p:pic>
      <p:pic>
        <p:nvPicPr>
          <p:cNvPr id="197" name="Imagem 196">
            <a:extLst>
              <a:ext uri="{FF2B5EF4-FFF2-40B4-BE49-F238E27FC236}">
                <a16:creationId xmlns:a16="http://schemas.microsoft.com/office/drawing/2014/main" id="{4C4023F0-39D8-4592-9A41-A6E5362F4718}"/>
              </a:ext>
            </a:extLst>
          </p:cNvPr>
          <p:cNvPicPr/>
          <p:nvPr/>
        </p:nvPicPr>
        <p:blipFill>
          <a:blip r:embed="rId3">
            <a:extLst>
              <a:ext uri="{28A0092B-C50C-407E-A947-70E740481C1C}">
                <a14:useLocalDpi xmlns:a14="http://schemas.microsoft.com/office/drawing/2010/main" val="0"/>
              </a:ext>
            </a:extLst>
          </a:blip>
          <a:stretch>
            <a:fillRect/>
          </a:stretch>
        </p:blipFill>
        <p:spPr>
          <a:xfrm>
            <a:off x="2672102" y="3564643"/>
            <a:ext cx="881801" cy="469207"/>
          </a:xfrm>
          <a:prstGeom prst="rect">
            <a:avLst/>
          </a:prstGeom>
        </p:spPr>
      </p:pic>
      <p:pic>
        <p:nvPicPr>
          <p:cNvPr id="198" name="Imagem 197">
            <a:extLst>
              <a:ext uri="{FF2B5EF4-FFF2-40B4-BE49-F238E27FC236}">
                <a16:creationId xmlns:a16="http://schemas.microsoft.com/office/drawing/2014/main" id="{44246A8D-5C63-419C-AF40-783947A000A2}"/>
              </a:ext>
            </a:extLst>
          </p:cNvPr>
          <p:cNvPicPr/>
          <p:nvPr/>
        </p:nvPicPr>
        <p:blipFill>
          <a:blip r:embed="rId3">
            <a:extLst>
              <a:ext uri="{28A0092B-C50C-407E-A947-70E740481C1C}">
                <a14:useLocalDpi xmlns:a14="http://schemas.microsoft.com/office/drawing/2010/main" val="0"/>
              </a:ext>
            </a:extLst>
          </a:blip>
          <a:stretch>
            <a:fillRect/>
          </a:stretch>
        </p:blipFill>
        <p:spPr>
          <a:xfrm>
            <a:off x="3631782" y="3563835"/>
            <a:ext cx="882167" cy="469207"/>
          </a:xfrm>
          <a:prstGeom prst="rect">
            <a:avLst/>
          </a:prstGeom>
        </p:spPr>
      </p:pic>
      <p:pic>
        <p:nvPicPr>
          <p:cNvPr id="199" name="Imagem 198">
            <a:extLst>
              <a:ext uri="{FF2B5EF4-FFF2-40B4-BE49-F238E27FC236}">
                <a16:creationId xmlns:a16="http://schemas.microsoft.com/office/drawing/2014/main" id="{1AAEC3D2-4405-427C-A3A0-989DB1A0C794}"/>
              </a:ext>
            </a:extLst>
          </p:cNvPr>
          <p:cNvPicPr/>
          <p:nvPr/>
        </p:nvPicPr>
        <p:blipFill>
          <a:blip r:embed="rId3">
            <a:extLst>
              <a:ext uri="{28A0092B-C50C-407E-A947-70E740481C1C}">
                <a14:useLocalDpi xmlns:a14="http://schemas.microsoft.com/office/drawing/2010/main" val="0"/>
              </a:ext>
            </a:extLst>
          </a:blip>
          <a:stretch>
            <a:fillRect/>
          </a:stretch>
        </p:blipFill>
        <p:spPr>
          <a:xfrm>
            <a:off x="4553301" y="3563835"/>
            <a:ext cx="810862" cy="469207"/>
          </a:xfrm>
          <a:prstGeom prst="rect">
            <a:avLst/>
          </a:prstGeom>
        </p:spPr>
      </p:pic>
      <p:pic>
        <p:nvPicPr>
          <p:cNvPr id="200" name="Imagem 199">
            <a:extLst>
              <a:ext uri="{FF2B5EF4-FFF2-40B4-BE49-F238E27FC236}">
                <a16:creationId xmlns:a16="http://schemas.microsoft.com/office/drawing/2014/main" id="{D213AAE2-BE28-4DC8-A73F-E22E026E40E0}"/>
              </a:ext>
            </a:extLst>
          </p:cNvPr>
          <p:cNvPicPr/>
          <p:nvPr/>
        </p:nvPicPr>
        <p:blipFill>
          <a:blip r:embed="rId3">
            <a:extLst>
              <a:ext uri="{28A0092B-C50C-407E-A947-70E740481C1C}">
                <a14:useLocalDpi xmlns:a14="http://schemas.microsoft.com/office/drawing/2010/main" val="0"/>
              </a:ext>
            </a:extLst>
          </a:blip>
          <a:stretch>
            <a:fillRect/>
          </a:stretch>
        </p:blipFill>
        <p:spPr>
          <a:xfrm>
            <a:off x="0" y="4033602"/>
            <a:ext cx="871830" cy="469240"/>
          </a:xfrm>
          <a:prstGeom prst="rect">
            <a:avLst/>
          </a:prstGeom>
        </p:spPr>
      </p:pic>
      <p:pic>
        <p:nvPicPr>
          <p:cNvPr id="201" name="Imagem 200">
            <a:extLst>
              <a:ext uri="{FF2B5EF4-FFF2-40B4-BE49-F238E27FC236}">
                <a16:creationId xmlns:a16="http://schemas.microsoft.com/office/drawing/2014/main" id="{A3F090E5-A917-46EB-B642-FF7856103084}"/>
              </a:ext>
            </a:extLst>
          </p:cNvPr>
          <p:cNvPicPr/>
          <p:nvPr/>
        </p:nvPicPr>
        <p:blipFill>
          <a:blip r:embed="rId3">
            <a:extLst>
              <a:ext uri="{28A0092B-C50C-407E-A947-70E740481C1C}">
                <a14:useLocalDpi xmlns:a14="http://schemas.microsoft.com/office/drawing/2010/main" val="0"/>
              </a:ext>
            </a:extLst>
          </a:blip>
          <a:stretch>
            <a:fillRect/>
          </a:stretch>
        </p:blipFill>
        <p:spPr>
          <a:xfrm>
            <a:off x="847656" y="4035837"/>
            <a:ext cx="845783" cy="469240"/>
          </a:xfrm>
          <a:prstGeom prst="rect">
            <a:avLst/>
          </a:prstGeom>
        </p:spPr>
      </p:pic>
      <p:pic>
        <p:nvPicPr>
          <p:cNvPr id="202" name="Imagem 201">
            <a:extLst>
              <a:ext uri="{FF2B5EF4-FFF2-40B4-BE49-F238E27FC236}">
                <a16:creationId xmlns:a16="http://schemas.microsoft.com/office/drawing/2014/main" id="{3A8C3CCE-2A75-4AE5-A67A-A4821ABEC866}"/>
              </a:ext>
            </a:extLst>
          </p:cNvPr>
          <p:cNvPicPr/>
          <p:nvPr/>
        </p:nvPicPr>
        <p:blipFill>
          <a:blip r:embed="rId3">
            <a:extLst>
              <a:ext uri="{28A0092B-C50C-407E-A947-70E740481C1C}">
                <a14:useLocalDpi xmlns:a14="http://schemas.microsoft.com/office/drawing/2010/main" val="0"/>
              </a:ext>
            </a:extLst>
          </a:blip>
          <a:stretch>
            <a:fillRect/>
          </a:stretch>
        </p:blipFill>
        <p:spPr>
          <a:xfrm>
            <a:off x="1748440" y="4033041"/>
            <a:ext cx="845783" cy="469240"/>
          </a:xfrm>
          <a:prstGeom prst="rect">
            <a:avLst/>
          </a:prstGeom>
        </p:spPr>
      </p:pic>
      <p:pic>
        <p:nvPicPr>
          <p:cNvPr id="203" name="Imagem 202">
            <a:extLst>
              <a:ext uri="{FF2B5EF4-FFF2-40B4-BE49-F238E27FC236}">
                <a16:creationId xmlns:a16="http://schemas.microsoft.com/office/drawing/2014/main" id="{23F21539-83FE-4DEE-96B7-97D81730C40B}"/>
              </a:ext>
            </a:extLst>
          </p:cNvPr>
          <p:cNvPicPr/>
          <p:nvPr/>
        </p:nvPicPr>
        <p:blipFill>
          <a:blip r:embed="rId3">
            <a:extLst>
              <a:ext uri="{28A0092B-C50C-407E-A947-70E740481C1C}">
                <a14:useLocalDpi xmlns:a14="http://schemas.microsoft.com/office/drawing/2010/main" val="0"/>
              </a:ext>
            </a:extLst>
          </a:blip>
          <a:stretch>
            <a:fillRect/>
          </a:stretch>
        </p:blipFill>
        <p:spPr>
          <a:xfrm>
            <a:off x="2672102" y="4044136"/>
            <a:ext cx="881801" cy="469207"/>
          </a:xfrm>
          <a:prstGeom prst="rect">
            <a:avLst/>
          </a:prstGeom>
        </p:spPr>
      </p:pic>
      <p:pic>
        <p:nvPicPr>
          <p:cNvPr id="204" name="Imagem 203">
            <a:extLst>
              <a:ext uri="{FF2B5EF4-FFF2-40B4-BE49-F238E27FC236}">
                <a16:creationId xmlns:a16="http://schemas.microsoft.com/office/drawing/2014/main" id="{25A03821-03D6-4FE3-8C65-24CE0FF2FE96}"/>
              </a:ext>
            </a:extLst>
          </p:cNvPr>
          <p:cNvPicPr/>
          <p:nvPr/>
        </p:nvPicPr>
        <p:blipFill>
          <a:blip r:embed="rId3">
            <a:extLst>
              <a:ext uri="{28A0092B-C50C-407E-A947-70E740481C1C}">
                <a14:useLocalDpi xmlns:a14="http://schemas.microsoft.com/office/drawing/2010/main" val="0"/>
              </a:ext>
            </a:extLst>
          </a:blip>
          <a:stretch>
            <a:fillRect/>
          </a:stretch>
        </p:blipFill>
        <p:spPr>
          <a:xfrm>
            <a:off x="3631782" y="4043328"/>
            <a:ext cx="882167" cy="469207"/>
          </a:xfrm>
          <a:prstGeom prst="rect">
            <a:avLst/>
          </a:prstGeom>
        </p:spPr>
      </p:pic>
      <p:pic>
        <p:nvPicPr>
          <p:cNvPr id="205" name="Imagem 204">
            <a:extLst>
              <a:ext uri="{FF2B5EF4-FFF2-40B4-BE49-F238E27FC236}">
                <a16:creationId xmlns:a16="http://schemas.microsoft.com/office/drawing/2014/main" id="{37786F34-8C07-4BA1-B9FE-2FEE0BBC5327}"/>
              </a:ext>
            </a:extLst>
          </p:cNvPr>
          <p:cNvPicPr/>
          <p:nvPr/>
        </p:nvPicPr>
        <p:blipFill>
          <a:blip r:embed="rId3">
            <a:extLst>
              <a:ext uri="{28A0092B-C50C-407E-A947-70E740481C1C}">
                <a14:useLocalDpi xmlns:a14="http://schemas.microsoft.com/office/drawing/2010/main" val="0"/>
              </a:ext>
            </a:extLst>
          </a:blip>
          <a:stretch>
            <a:fillRect/>
          </a:stretch>
        </p:blipFill>
        <p:spPr>
          <a:xfrm>
            <a:off x="4553301" y="4043328"/>
            <a:ext cx="810862" cy="469207"/>
          </a:xfrm>
          <a:prstGeom prst="rect">
            <a:avLst/>
          </a:prstGeom>
        </p:spPr>
      </p:pic>
      <p:pic>
        <p:nvPicPr>
          <p:cNvPr id="206" name="Imagem 205">
            <a:extLst>
              <a:ext uri="{FF2B5EF4-FFF2-40B4-BE49-F238E27FC236}">
                <a16:creationId xmlns:a16="http://schemas.microsoft.com/office/drawing/2014/main" id="{29D39C6F-957D-4E1E-B951-BBCAED1316BD}"/>
              </a:ext>
            </a:extLst>
          </p:cNvPr>
          <p:cNvPicPr/>
          <p:nvPr/>
        </p:nvPicPr>
        <p:blipFill>
          <a:blip r:embed="rId3">
            <a:extLst>
              <a:ext uri="{28A0092B-C50C-407E-A947-70E740481C1C}">
                <a14:useLocalDpi xmlns:a14="http://schemas.microsoft.com/office/drawing/2010/main" val="0"/>
              </a:ext>
            </a:extLst>
          </a:blip>
          <a:stretch>
            <a:fillRect/>
          </a:stretch>
        </p:blipFill>
        <p:spPr>
          <a:xfrm>
            <a:off x="0" y="4510391"/>
            <a:ext cx="871830" cy="469240"/>
          </a:xfrm>
          <a:prstGeom prst="rect">
            <a:avLst/>
          </a:prstGeom>
        </p:spPr>
      </p:pic>
      <p:pic>
        <p:nvPicPr>
          <p:cNvPr id="207" name="Imagem 206">
            <a:extLst>
              <a:ext uri="{FF2B5EF4-FFF2-40B4-BE49-F238E27FC236}">
                <a16:creationId xmlns:a16="http://schemas.microsoft.com/office/drawing/2014/main" id="{654C78C8-C14A-4959-9DD2-74DE7FB75D5D}"/>
              </a:ext>
            </a:extLst>
          </p:cNvPr>
          <p:cNvPicPr/>
          <p:nvPr/>
        </p:nvPicPr>
        <p:blipFill>
          <a:blip r:embed="rId3">
            <a:extLst>
              <a:ext uri="{28A0092B-C50C-407E-A947-70E740481C1C}">
                <a14:useLocalDpi xmlns:a14="http://schemas.microsoft.com/office/drawing/2010/main" val="0"/>
              </a:ext>
            </a:extLst>
          </a:blip>
          <a:stretch>
            <a:fillRect/>
          </a:stretch>
        </p:blipFill>
        <p:spPr>
          <a:xfrm>
            <a:off x="847656" y="4512626"/>
            <a:ext cx="845783" cy="469240"/>
          </a:xfrm>
          <a:prstGeom prst="rect">
            <a:avLst/>
          </a:prstGeom>
        </p:spPr>
      </p:pic>
      <p:pic>
        <p:nvPicPr>
          <p:cNvPr id="208" name="Imagem 207">
            <a:extLst>
              <a:ext uri="{FF2B5EF4-FFF2-40B4-BE49-F238E27FC236}">
                <a16:creationId xmlns:a16="http://schemas.microsoft.com/office/drawing/2014/main" id="{F79605F3-5820-4FB6-8B93-A57C227D3568}"/>
              </a:ext>
            </a:extLst>
          </p:cNvPr>
          <p:cNvPicPr/>
          <p:nvPr/>
        </p:nvPicPr>
        <p:blipFill>
          <a:blip r:embed="rId3">
            <a:extLst>
              <a:ext uri="{28A0092B-C50C-407E-A947-70E740481C1C}">
                <a14:useLocalDpi xmlns:a14="http://schemas.microsoft.com/office/drawing/2010/main" val="0"/>
              </a:ext>
            </a:extLst>
          </a:blip>
          <a:stretch>
            <a:fillRect/>
          </a:stretch>
        </p:blipFill>
        <p:spPr>
          <a:xfrm>
            <a:off x="1748440" y="4509831"/>
            <a:ext cx="845783" cy="469240"/>
          </a:xfrm>
          <a:prstGeom prst="rect">
            <a:avLst/>
          </a:prstGeom>
        </p:spPr>
      </p:pic>
      <p:pic>
        <p:nvPicPr>
          <p:cNvPr id="209" name="Imagem 208">
            <a:extLst>
              <a:ext uri="{FF2B5EF4-FFF2-40B4-BE49-F238E27FC236}">
                <a16:creationId xmlns:a16="http://schemas.microsoft.com/office/drawing/2014/main" id="{80F6878D-F2C5-41FA-B553-E404AF8A4E5C}"/>
              </a:ext>
            </a:extLst>
          </p:cNvPr>
          <p:cNvPicPr/>
          <p:nvPr/>
        </p:nvPicPr>
        <p:blipFill>
          <a:blip r:embed="rId3">
            <a:extLst>
              <a:ext uri="{28A0092B-C50C-407E-A947-70E740481C1C}">
                <a14:useLocalDpi xmlns:a14="http://schemas.microsoft.com/office/drawing/2010/main" val="0"/>
              </a:ext>
            </a:extLst>
          </a:blip>
          <a:stretch>
            <a:fillRect/>
          </a:stretch>
        </p:blipFill>
        <p:spPr>
          <a:xfrm>
            <a:off x="2672102" y="4520925"/>
            <a:ext cx="881801" cy="469207"/>
          </a:xfrm>
          <a:prstGeom prst="rect">
            <a:avLst/>
          </a:prstGeom>
        </p:spPr>
      </p:pic>
      <p:pic>
        <p:nvPicPr>
          <p:cNvPr id="210" name="Imagem 209">
            <a:extLst>
              <a:ext uri="{FF2B5EF4-FFF2-40B4-BE49-F238E27FC236}">
                <a16:creationId xmlns:a16="http://schemas.microsoft.com/office/drawing/2014/main" id="{DD024D08-898C-45FF-94EC-07E98F548B1C}"/>
              </a:ext>
            </a:extLst>
          </p:cNvPr>
          <p:cNvPicPr/>
          <p:nvPr/>
        </p:nvPicPr>
        <p:blipFill>
          <a:blip r:embed="rId3">
            <a:extLst>
              <a:ext uri="{28A0092B-C50C-407E-A947-70E740481C1C}">
                <a14:useLocalDpi xmlns:a14="http://schemas.microsoft.com/office/drawing/2010/main" val="0"/>
              </a:ext>
            </a:extLst>
          </a:blip>
          <a:stretch>
            <a:fillRect/>
          </a:stretch>
        </p:blipFill>
        <p:spPr>
          <a:xfrm>
            <a:off x="3631782" y="4520118"/>
            <a:ext cx="882167" cy="469207"/>
          </a:xfrm>
          <a:prstGeom prst="rect">
            <a:avLst/>
          </a:prstGeom>
        </p:spPr>
      </p:pic>
      <p:pic>
        <p:nvPicPr>
          <p:cNvPr id="211" name="Imagem 210">
            <a:extLst>
              <a:ext uri="{FF2B5EF4-FFF2-40B4-BE49-F238E27FC236}">
                <a16:creationId xmlns:a16="http://schemas.microsoft.com/office/drawing/2014/main" id="{C82CEBAA-3465-472C-8D52-A529A90FC28C}"/>
              </a:ext>
            </a:extLst>
          </p:cNvPr>
          <p:cNvPicPr/>
          <p:nvPr/>
        </p:nvPicPr>
        <p:blipFill>
          <a:blip r:embed="rId3">
            <a:extLst>
              <a:ext uri="{28A0092B-C50C-407E-A947-70E740481C1C}">
                <a14:useLocalDpi xmlns:a14="http://schemas.microsoft.com/office/drawing/2010/main" val="0"/>
              </a:ext>
            </a:extLst>
          </a:blip>
          <a:stretch>
            <a:fillRect/>
          </a:stretch>
        </p:blipFill>
        <p:spPr>
          <a:xfrm>
            <a:off x="4553301" y="4520118"/>
            <a:ext cx="810862" cy="469207"/>
          </a:xfrm>
          <a:prstGeom prst="rect">
            <a:avLst/>
          </a:prstGeom>
        </p:spPr>
      </p:pic>
      <p:pic>
        <p:nvPicPr>
          <p:cNvPr id="212" name="Imagem 211">
            <a:extLst>
              <a:ext uri="{FF2B5EF4-FFF2-40B4-BE49-F238E27FC236}">
                <a16:creationId xmlns:a16="http://schemas.microsoft.com/office/drawing/2014/main" id="{8627152D-E3D1-4CF4-B69A-1C316CDCE024}"/>
              </a:ext>
            </a:extLst>
          </p:cNvPr>
          <p:cNvPicPr/>
          <p:nvPr/>
        </p:nvPicPr>
        <p:blipFill>
          <a:blip r:embed="rId3">
            <a:extLst>
              <a:ext uri="{28A0092B-C50C-407E-A947-70E740481C1C}">
                <a14:useLocalDpi xmlns:a14="http://schemas.microsoft.com/office/drawing/2010/main" val="0"/>
              </a:ext>
            </a:extLst>
          </a:blip>
          <a:stretch>
            <a:fillRect/>
          </a:stretch>
        </p:blipFill>
        <p:spPr>
          <a:xfrm>
            <a:off x="0" y="4989884"/>
            <a:ext cx="871830" cy="469240"/>
          </a:xfrm>
          <a:prstGeom prst="rect">
            <a:avLst/>
          </a:prstGeom>
        </p:spPr>
      </p:pic>
      <p:pic>
        <p:nvPicPr>
          <p:cNvPr id="213" name="Imagem 212">
            <a:extLst>
              <a:ext uri="{FF2B5EF4-FFF2-40B4-BE49-F238E27FC236}">
                <a16:creationId xmlns:a16="http://schemas.microsoft.com/office/drawing/2014/main" id="{D15406D7-D2F6-4775-81B2-3E5DD81B7F4F}"/>
              </a:ext>
            </a:extLst>
          </p:cNvPr>
          <p:cNvPicPr/>
          <p:nvPr/>
        </p:nvPicPr>
        <p:blipFill>
          <a:blip r:embed="rId3">
            <a:extLst>
              <a:ext uri="{28A0092B-C50C-407E-A947-70E740481C1C}">
                <a14:useLocalDpi xmlns:a14="http://schemas.microsoft.com/office/drawing/2010/main" val="0"/>
              </a:ext>
            </a:extLst>
          </a:blip>
          <a:stretch>
            <a:fillRect/>
          </a:stretch>
        </p:blipFill>
        <p:spPr>
          <a:xfrm>
            <a:off x="847656" y="4992119"/>
            <a:ext cx="845783" cy="469240"/>
          </a:xfrm>
          <a:prstGeom prst="rect">
            <a:avLst/>
          </a:prstGeom>
        </p:spPr>
      </p:pic>
      <p:pic>
        <p:nvPicPr>
          <p:cNvPr id="214" name="Imagem 213">
            <a:extLst>
              <a:ext uri="{FF2B5EF4-FFF2-40B4-BE49-F238E27FC236}">
                <a16:creationId xmlns:a16="http://schemas.microsoft.com/office/drawing/2014/main" id="{AEB83B10-0054-43A8-A31B-837C95A40148}"/>
              </a:ext>
            </a:extLst>
          </p:cNvPr>
          <p:cNvPicPr/>
          <p:nvPr/>
        </p:nvPicPr>
        <p:blipFill>
          <a:blip r:embed="rId3">
            <a:extLst>
              <a:ext uri="{28A0092B-C50C-407E-A947-70E740481C1C}">
                <a14:useLocalDpi xmlns:a14="http://schemas.microsoft.com/office/drawing/2010/main" val="0"/>
              </a:ext>
            </a:extLst>
          </a:blip>
          <a:stretch>
            <a:fillRect/>
          </a:stretch>
        </p:blipFill>
        <p:spPr>
          <a:xfrm>
            <a:off x="1748440" y="4989324"/>
            <a:ext cx="845783" cy="469240"/>
          </a:xfrm>
          <a:prstGeom prst="rect">
            <a:avLst/>
          </a:prstGeom>
        </p:spPr>
      </p:pic>
      <p:pic>
        <p:nvPicPr>
          <p:cNvPr id="215" name="Imagem 214">
            <a:extLst>
              <a:ext uri="{FF2B5EF4-FFF2-40B4-BE49-F238E27FC236}">
                <a16:creationId xmlns:a16="http://schemas.microsoft.com/office/drawing/2014/main" id="{DE362761-2A50-45E3-B751-455E6083F91E}"/>
              </a:ext>
            </a:extLst>
          </p:cNvPr>
          <p:cNvPicPr/>
          <p:nvPr/>
        </p:nvPicPr>
        <p:blipFill>
          <a:blip r:embed="rId3">
            <a:extLst>
              <a:ext uri="{28A0092B-C50C-407E-A947-70E740481C1C}">
                <a14:useLocalDpi xmlns:a14="http://schemas.microsoft.com/office/drawing/2010/main" val="0"/>
              </a:ext>
            </a:extLst>
          </a:blip>
          <a:stretch>
            <a:fillRect/>
          </a:stretch>
        </p:blipFill>
        <p:spPr>
          <a:xfrm>
            <a:off x="2672102" y="5000418"/>
            <a:ext cx="881801" cy="469207"/>
          </a:xfrm>
          <a:prstGeom prst="rect">
            <a:avLst/>
          </a:prstGeom>
        </p:spPr>
      </p:pic>
      <p:pic>
        <p:nvPicPr>
          <p:cNvPr id="216" name="Imagem 215">
            <a:extLst>
              <a:ext uri="{FF2B5EF4-FFF2-40B4-BE49-F238E27FC236}">
                <a16:creationId xmlns:a16="http://schemas.microsoft.com/office/drawing/2014/main" id="{7DD58B09-1E14-4C84-837F-2939A010DD7A}"/>
              </a:ext>
            </a:extLst>
          </p:cNvPr>
          <p:cNvPicPr/>
          <p:nvPr/>
        </p:nvPicPr>
        <p:blipFill>
          <a:blip r:embed="rId3">
            <a:extLst>
              <a:ext uri="{28A0092B-C50C-407E-A947-70E740481C1C}">
                <a14:useLocalDpi xmlns:a14="http://schemas.microsoft.com/office/drawing/2010/main" val="0"/>
              </a:ext>
            </a:extLst>
          </a:blip>
          <a:stretch>
            <a:fillRect/>
          </a:stretch>
        </p:blipFill>
        <p:spPr>
          <a:xfrm>
            <a:off x="3631782" y="4999611"/>
            <a:ext cx="882167" cy="469207"/>
          </a:xfrm>
          <a:prstGeom prst="rect">
            <a:avLst/>
          </a:prstGeom>
        </p:spPr>
      </p:pic>
      <p:pic>
        <p:nvPicPr>
          <p:cNvPr id="217" name="Imagem 216">
            <a:extLst>
              <a:ext uri="{FF2B5EF4-FFF2-40B4-BE49-F238E27FC236}">
                <a16:creationId xmlns:a16="http://schemas.microsoft.com/office/drawing/2014/main" id="{221D2BE6-78DD-4B0B-BC0D-AE73F5C0E00F}"/>
              </a:ext>
            </a:extLst>
          </p:cNvPr>
          <p:cNvPicPr/>
          <p:nvPr/>
        </p:nvPicPr>
        <p:blipFill>
          <a:blip r:embed="rId3">
            <a:extLst>
              <a:ext uri="{28A0092B-C50C-407E-A947-70E740481C1C}">
                <a14:useLocalDpi xmlns:a14="http://schemas.microsoft.com/office/drawing/2010/main" val="0"/>
              </a:ext>
            </a:extLst>
          </a:blip>
          <a:stretch>
            <a:fillRect/>
          </a:stretch>
        </p:blipFill>
        <p:spPr>
          <a:xfrm>
            <a:off x="4553301" y="4999611"/>
            <a:ext cx="810862" cy="469207"/>
          </a:xfrm>
          <a:prstGeom prst="rect">
            <a:avLst/>
          </a:prstGeom>
        </p:spPr>
      </p:pic>
      <p:pic>
        <p:nvPicPr>
          <p:cNvPr id="218" name="Imagem 217">
            <a:extLst>
              <a:ext uri="{FF2B5EF4-FFF2-40B4-BE49-F238E27FC236}">
                <a16:creationId xmlns:a16="http://schemas.microsoft.com/office/drawing/2014/main" id="{C34092F8-CF4A-47E6-B188-D0E84054C92A}"/>
              </a:ext>
            </a:extLst>
          </p:cNvPr>
          <p:cNvPicPr/>
          <p:nvPr/>
        </p:nvPicPr>
        <p:blipFill>
          <a:blip r:embed="rId3">
            <a:extLst>
              <a:ext uri="{28A0092B-C50C-407E-A947-70E740481C1C}">
                <a14:useLocalDpi xmlns:a14="http://schemas.microsoft.com/office/drawing/2010/main" val="0"/>
              </a:ext>
            </a:extLst>
          </a:blip>
          <a:stretch>
            <a:fillRect/>
          </a:stretch>
        </p:blipFill>
        <p:spPr>
          <a:xfrm>
            <a:off x="0" y="5440167"/>
            <a:ext cx="871830" cy="469240"/>
          </a:xfrm>
          <a:prstGeom prst="rect">
            <a:avLst/>
          </a:prstGeom>
        </p:spPr>
      </p:pic>
      <p:pic>
        <p:nvPicPr>
          <p:cNvPr id="219" name="Imagem 218">
            <a:extLst>
              <a:ext uri="{FF2B5EF4-FFF2-40B4-BE49-F238E27FC236}">
                <a16:creationId xmlns:a16="http://schemas.microsoft.com/office/drawing/2014/main" id="{9A4627F9-2E30-4CF1-870B-F2FAB374CC99}"/>
              </a:ext>
            </a:extLst>
          </p:cNvPr>
          <p:cNvPicPr/>
          <p:nvPr/>
        </p:nvPicPr>
        <p:blipFill>
          <a:blip r:embed="rId3">
            <a:extLst>
              <a:ext uri="{28A0092B-C50C-407E-A947-70E740481C1C}">
                <a14:useLocalDpi xmlns:a14="http://schemas.microsoft.com/office/drawing/2010/main" val="0"/>
              </a:ext>
            </a:extLst>
          </a:blip>
          <a:stretch>
            <a:fillRect/>
          </a:stretch>
        </p:blipFill>
        <p:spPr>
          <a:xfrm>
            <a:off x="847656" y="5442402"/>
            <a:ext cx="845783" cy="469240"/>
          </a:xfrm>
          <a:prstGeom prst="rect">
            <a:avLst/>
          </a:prstGeom>
        </p:spPr>
      </p:pic>
      <p:pic>
        <p:nvPicPr>
          <p:cNvPr id="220" name="Imagem 219">
            <a:extLst>
              <a:ext uri="{FF2B5EF4-FFF2-40B4-BE49-F238E27FC236}">
                <a16:creationId xmlns:a16="http://schemas.microsoft.com/office/drawing/2014/main" id="{2E4146F3-E839-4443-B394-B6D79451ABC9}"/>
              </a:ext>
            </a:extLst>
          </p:cNvPr>
          <p:cNvPicPr/>
          <p:nvPr/>
        </p:nvPicPr>
        <p:blipFill>
          <a:blip r:embed="rId3">
            <a:extLst>
              <a:ext uri="{28A0092B-C50C-407E-A947-70E740481C1C}">
                <a14:useLocalDpi xmlns:a14="http://schemas.microsoft.com/office/drawing/2010/main" val="0"/>
              </a:ext>
            </a:extLst>
          </a:blip>
          <a:stretch>
            <a:fillRect/>
          </a:stretch>
        </p:blipFill>
        <p:spPr>
          <a:xfrm>
            <a:off x="1748440" y="5439606"/>
            <a:ext cx="845783" cy="469240"/>
          </a:xfrm>
          <a:prstGeom prst="rect">
            <a:avLst/>
          </a:prstGeom>
        </p:spPr>
      </p:pic>
      <p:pic>
        <p:nvPicPr>
          <p:cNvPr id="221" name="Imagem 220">
            <a:extLst>
              <a:ext uri="{FF2B5EF4-FFF2-40B4-BE49-F238E27FC236}">
                <a16:creationId xmlns:a16="http://schemas.microsoft.com/office/drawing/2014/main" id="{07223122-9123-4969-BFB8-9DF97D4B7D37}"/>
              </a:ext>
            </a:extLst>
          </p:cNvPr>
          <p:cNvPicPr/>
          <p:nvPr/>
        </p:nvPicPr>
        <p:blipFill>
          <a:blip r:embed="rId3">
            <a:extLst>
              <a:ext uri="{28A0092B-C50C-407E-A947-70E740481C1C}">
                <a14:useLocalDpi xmlns:a14="http://schemas.microsoft.com/office/drawing/2010/main" val="0"/>
              </a:ext>
            </a:extLst>
          </a:blip>
          <a:stretch>
            <a:fillRect/>
          </a:stretch>
        </p:blipFill>
        <p:spPr>
          <a:xfrm>
            <a:off x="2672102" y="5450701"/>
            <a:ext cx="881801" cy="469207"/>
          </a:xfrm>
          <a:prstGeom prst="rect">
            <a:avLst/>
          </a:prstGeom>
        </p:spPr>
      </p:pic>
      <p:pic>
        <p:nvPicPr>
          <p:cNvPr id="222" name="Imagem 221">
            <a:extLst>
              <a:ext uri="{FF2B5EF4-FFF2-40B4-BE49-F238E27FC236}">
                <a16:creationId xmlns:a16="http://schemas.microsoft.com/office/drawing/2014/main" id="{78F39507-A959-4F83-BB40-4A9ECCE56355}"/>
              </a:ext>
            </a:extLst>
          </p:cNvPr>
          <p:cNvPicPr/>
          <p:nvPr/>
        </p:nvPicPr>
        <p:blipFill>
          <a:blip r:embed="rId3">
            <a:extLst>
              <a:ext uri="{28A0092B-C50C-407E-A947-70E740481C1C}">
                <a14:useLocalDpi xmlns:a14="http://schemas.microsoft.com/office/drawing/2010/main" val="0"/>
              </a:ext>
            </a:extLst>
          </a:blip>
          <a:stretch>
            <a:fillRect/>
          </a:stretch>
        </p:blipFill>
        <p:spPr>
          <a:xfrm>
            <a:off x="3631782" y="5449893"/>
            <a:ext cx="882167" cy="469207"/>
          </a:xfrm>
          <a:prstGeom prst="rect">
            <a:avLst/>
          </a:prstGeom>
        </p:spPr>
      </p:pic>
      <p:pic>
        <p:nvPicPr>
          <p:cNvPr id="223" name="Imagem 222">
            <a:extLst>
              <a:ext uri="{FF2B5EF4-FFF2-40B4-BE49-F238E27FC236}">
                <a16:creationId xmlns:a16="http://schemas.microsoft.com/office/drawing/2014/main" id="{25A10D2A-CDBC-4B54-8520-ED71957EA496}"/>
              </a:ext>
            </a:extLst>
          </p:cNvPr>
          <p:cNvPicPr/>
          <p:nvPr/>
        </p:nvPicPr>
        <p:blipFill>
          <a:blip r:embed="rId3">
            <a:extLst>
              <a:ext uri="{28A0092B-C50C-407E-A947-70E740481C1C}">
                <a14:useLocalDpi xmlns:a14="http://schemas.microsoft.com/office/drawing/2010/main" val="0"/>
              </a:ext>
            </a:extLst>
          </a:blip>
          <a:stretch>
            <a:fillRect/>
          </a:stretch>
        </p:blipFill>
        <p:spPr>
          <a:xfrm>
            <a:off x="4553301" y="5449893"/>
            <a:ext cx="810862" cy="469207"/>
          </a:xfrm>
          <a:prstGeom prst="rect">
            <a:avLst/>
          </a:prstGeom>
        </p:spPr>
      </p:pic>
      <p:pic>
        <p:nvPicPr>
          <p:cNvPr id="224" name="Imagem 223">
            <a:extLst>
              <a:ext uri="{FF2B5EF4-FFF2-40B4-BE49-F238E27FC236}">
                <a16:creationId xmlns:a16="http://schemas.microsoft.com/office/drawing/2014/main" id="{262EA75F-CF5D-43BF-99CB-833D0668605E}"/>
              </a:ext>
            </a:extLst>
          </p:cNvPr>
          <p:cNvPicPr/>
          <p:nvPr/>
        </p:nvPicPr>
        <p:blipFill>
          <a:blip r:embed="rId3">
            <a:extLst>
              <a:ext uri="{28A0092B-C50C-407E-A947-70E740481C1C}">
                <a14:useLocalDpi xmlns:a14="http://schemas.microsoft.com/office/drawing/2010/main" val="0"/>
              </a:ext>
            </a:extLst>
          </a:blip>
          <a:stretch>
            <a:fillRect/>
          </a:stretch>
        </p:blipFill>
        <p:spPr>
          <a:xfrm>
            <a:off x="0" y="5919660"/>
            <a:ext cx="871830" cy="469240"/>
          </a:xfrm>
          <a:prstGeom prst="rect">
            <a:avLst/>
          </a:prstGeom>
        </p:spPr>
      </p:pic>
      <p:pic>
        <p:nvPicPr>
          <p:cNvPr id="225" name="Imagem 224">
            <a:extLst>
              <a:ext uri="{FF2B5EF4-FFF2-40B4-BE49-F238E27FC236}">
                <a16:creationId xmlns:a16="http://schemas.microsoft.com/office/drawing/2014/main" id="{D5F36D40-8E2A-4135-8178-A19F05A11A3B}"/>
              </a:ext>
            </a:extLst>
          </p:cNvPr>
          <p:cNvPicPr/>
          <p:nvPr/>
        </p:nvPicPr>
        <p:blipFill>
          <a:blip r:embed="rId3">
            <a:extLst>
              <a:ext uri="{28A0092B-C50C-407E-A947-70E740481C1C}">
                <a14:useLocalDpi xmlns:a14="http://schemas.microsoft.com/office/drawing/2010/main" val="0"/>
              </a:ext>
            </a:extLst>
          </a:blip>
          <a:stretch>
            <a:fillRect/>
          </a:stretch>
        </p:blipFill>
        <p:spPr>
          <a:xfrm>
            <a:off x="847656" y="5921895"/>
            <a:ext cx="845783" cy="469240"/>
          </a:xfrm>
          <a:prstGeom prst="rect">
            <a:avLst/>
          </a:prstGeom>
        </p:spPr>
      </p:pic>
      <p:pic>
        <p:nvPicPr>
          <p:cNvPr id="226" name="Imagem 225">
            <a:extLst>
              <a:ext uri="{FF2B5EF4-FFF2-40B4-BE49-F238E27FC236}">
                <a16:creationId xmlns:a16="http://schemas.microsoft.com/office/drawing/2014/main" id="{6023B9A0-2FA3-4015-AF33-B33199560DE0}"/>
              </a:ext>
            </a:extLst>
          </p:cNvPr>
          <p:cNvPicPr/>
          <p:nvPr/>
        </p:nvPicPr>
        <p:blipFill>
          <a:blip r:embed="rId3">
            <a:extLst>
              <a:ext uri="{28A0092B-C50C-407E-A947-70E740481C1C}">
                <a14:useLocalDpi xmlns:a14="http://schemas.microsoft.com/office/drawing/2010/main" val="0"/>
              </a:ext>
            </a:extLst>
          </a:blip>
          <a:stretch>
            <a:fillRect/>
          </a:stretch>
        </p:blipFill>
        <p:spPr>
          <a:xfrm>
            <a:off x="1748440" y="5919099"/>
            <a:ext cx="845783" cy="469240"/>
          </a:xfrm>
          <a:prstGeom prst="rect">
            <a:avLst/>
          </a:prstGeom>
        </p:spPr>
      </p:pic>
      <p:pic>
        <p:nvPicPr>
          <p:cNvPr id="227" name="Imagem 226">
            <a:extLst>
              <a:ext uri="{FF2B5EF4-FFF2-40B4-BE49-F238E27FC236}">
                <a16:creationId xmlns:a16="http://schemas.microsoft.com/office/drawing/2014/main" id="{10EABF75-B872-4363-987E-DF3EDA57663B}"/>
              </a:ext>
            </a:extLst>
          </p:cNvPr>
          <p:cNvPicPr/>
          <p:nvPr/>
        </p:nvPicPr>
        <p:blipFill>
          <a:blip r:embed="rId3">
            <a:extLst>
              <a:ext uri="{28A0092B-C50C-407E-A947-70E740481C1C}">
                <a14:useLocalDpi xmlns:a14="http://schemas.microsoft.com/office/drawing/2010/main" val="0"/>
              </a:ext>
            </a:extLst>
          </a:blip>
          <a:stretch>
            <a:fillRect/>
          </a:stretch>
        </p:blipFill>
        <p:spPr>
          <a:xfrm>
            <a:off x="2672102" y="5930194"/>
            <a:ext cx="881801" cy="469207"/>
          </a:xfrm>
          <a:prstGeom prst="rect">
            <a:avLst/>
          </a:prstGeom>
        </p:spPr>
      </p:pic>
      <p:pic>
        <p:nvPicPr>
          <p:cNvPr id="228" name="Imagem 227">
            <a:extLst>
              <a:ext uri="{FF2B5EF4-FFF2-40B4-BE49-F238E27FC236}">
                <a16:creationId xmlns:a16="http://schemas.microsoft.com/office/drawing/2014/main" id="{88E88551-CEC8-4DA7-853F-92960EAF0C2D}"/>
              </a:ext>
            </a:extLst>
          </p:cNvPr>
          <p:cNvPicPr/>
          <p:nvPr/>
        </p:nvPicPr>
        <p:blipFill>
          <a:blip r:embed="rId3">
            <a:extLst>
              <a:ext uri="{28A0092B-C50C-407E-A947-70E740481C1C}">
                <a14:useLocalDpi xmlns:a14="http://schemas.microsoft.com/office/drawing/2010/main" val="0"/>
              </a:ext>
            </a:extLst>
          </a:blip>
          <a:stretch>
            <a:fillRect/>
          </a:stretch>
        </p:blipFill>
        <p:spPr>
          <a:xfrm>
            <a:off x="3631782" y="5929386"/>
            <a:ext cx="882167" cy="469207"/>
          </a:xfrm>
          <a:prstGeom prst="rect">
            <a:avLst/>
          </a:prstGeom>
        </p:spPr>
      </p:pic>
      <p:pic>
        <p:nvPicPr>
          <p:cNvPr id="229" name="Imagem 228">
            <a:extLst>
              <a:ext uri="{FF2B5EF4-FFF2-40B4-BE49-F238E27FC236}">
                <a16:creationId xmlns:a16="http://schemas.microsoft.com/office/drawing/2014/main" id="{6B6B7C49-2C13-4D4A-B659-6494B873371B}"/>
              </a:ext>
            </a:extLst>
          </p:cNvPr>
          <p:cNvPicPr/>
          <p:nvPr/>
        </p:nvPicPr>
        <p:blipFill>
          <a:blip r:embed="rId3">
            <a:extLst>
              <a:ext uri="{28A0092B-C50C-407E-A947-70E740481C1C}">
                <a14:useLocalDpi xmlns:a14="http://schemas.microsoft.com/office/drawing/2010/main" val="0"/>
              </a:ext>
            </a:extLst>
          </a:blip>
          <a:stretch>
            <a:fillRect/>
          </a:stretch>
        </p:blipFill>
        <p:spPr>
          <a:xfrm>
            <a:off x="4553301" y="5929386"/>
            <a:ext cx="810862" cy="469207"/>
          </a:xfrm>
          <a:prstGeom prst="rect">
            <a:avLst/>
          </a:prstGeom>
        </p:spPr>
      </p:pic>
      <p:pic>
        <p:nvPicPr>
          <p:cNvPr id="230" name="Imagem 229">
            <a:extLst>
              <a:ext uri="{FF2B5EF4-FFF2-40B4-BE49-F238E27FC236}">
                <a16:creationId xmlns:a16="http://schemas.microsoft.com/office/drawing/2014/main" id="{40261F8C-3006-47C5-AA17-30AD3A1545C5}"/>
              </a:ext>
            </a:extLst>
          </p:cNvPr>
          <p:cNvPicPr/>
          <p:nvPr/>
        </p:nvPicPr>
        <p:blipFill>
          <a:blip r:embed="rId3">
            <a:extLst>
              <a:ext uri="{28A0092B-C50C-407E-A947-70E740481C1C}">
                <a14:useLocalDpi xmlns:a14="http://schemas.microsoft.com/office/drawing/2010/main" val="0"/>
              </a:ext>
            </a:extLst>
          </a:blip>
          <a:stretch>
            <a:fillRect/>
          </a:stretch>
        </p:blipFill>
        <p:spPr>
          <a:xfrm>
            <a:off x="5147" y="6370526"/>
            <a:ext cx="871830" cy="469240"/>
          </a:xfrm>
          <a:prstGeom prst="rect">
            <a:avLst/>
          </a:prstGeom>
        </p:spPr>
      </p:pic>
      <p:pic>
        <p:nvPicPr>
          <p:cNvPr id="231" name="Imagem 230">
            <a:extLst>
              <a:ext uri="{FF2B5EF4-FFF2-40B4-BE49-F238E27FC236}">
                <a16:creationId xmlns:a16="http://schemas.microsoft.com/office/drawing/2014/main" id="{70BF73BA-AC10-44DA-AAEB-09084AF1B67C}"/>
              </a:ext>
            </a:extLst>
          </p:cNvPr>
          <p:cNvPicPr/>
          <p:nvPr/>
        </p:nvPicPr>
        <p:blipFill>
          <a:blip r:embed="rId3">
            <a:extLst>
              <a:ext uri="{28A0092B-C50C-407E-A947-70E740481C1C}">
                <a14:useLocalDpi xmlns:a14="http://schemas.microsoft.com/office/drawing/2010/main" val="0"/>
              </a:ext>
            </a:extLst>
          </a:blip>
          <a:stretch>
            <a:fillRect/>
          </a:stretch>
        </p:blipFill>
        <p:spPr>
          <a:xfrm>
            <a:off x="852803" y="6372761"/>
            <a:ext cx="845783" cy="469240"/>
          </a:xfrm>
          <a:prstGeom prst="rect">
            <a:avLst/>
          </a:prstGeom>
        </p:spPr>
      </p:pic>
      <p:pic>
        <p:nvPicPr>
          <p:cNvPr id="232" name="Imagem 231">
            <a:extLst>
              <a:ext uri="{FF2B5EF4-FFF2-40B4-BE49-F238E27FC236}">
                <a16:creationId xmlns:a16="http://schemas.microsoft.com/office/drawing/2014/main" id="{A4CFD51B-3E52-4C79-A4AB-C40630C57DA5}"/>
              </a:ext>
            </a:extLst>
          </p:cNvPr>
          <p:cNvPicPr/>
          <p:nvPr/>
        </p:nvPicPr>
        <p:blipFill>
          <a:blip r:embed="rId3">
            <a:extLst>
              <a:ext uri="{28A0092B-C50C-407E-A947-70E740481C1C}">
                <a14:useLocalDpi xmlns:a14="http://schemas.microsoft.com/office/drawing/2010/main" val="0"/>
              </a:ext>
            </a:extLst>
          </a:blip>
          <a:stretch>
            <a:fillRect/>
          </a:stretch>
        </p:blipFill>
        <p:spPr>
          <a:xfrm>
            <a:off x="1753587" y="6369965"/>
            <a:ext cx="845783" cy="469240"/>
          </a:xfrm>
          <a:prstGeom prst="rect">
            <a:avLst/>
          </a:prstGeom>
        </p:spPr>
      </p:pic>
      <p:pic>
        <p:nvPicPr>
          <p:cNvPr id="233" name="Imagem 232">
            <a:extLst>
              <a:ext uri="{FF2B5EF4-FFF2-40B4-BE49-F238E27FC236}">
                <a16:creationId xmlns:a16="http://schemas.microsoft.com/office/drawing/2014/main" id="{52B89B98-070B-42AA-8B24-6B1CDE8AC26A}"/>
              </a:ext>
            </a:extLst>
          </p:cNvPr>
          <p:cNvPicPr/>
          <p:nvPr/>
        </p:nvPicPr>
        <p:blipFill>
          <a:blip r:embed="rId3">
            <a:extLst>
              <a:ext uri="{28A0092B-C50C-407E-A947-70E740481C1C}">
                <a14:useLocalDpi xmlns:a14="http://schemas.microsoft.com/office/drawing/2010/main" val="0"/>
              </a:ext>
            </a:extLst>
          </a:blip>
          <a:stretch>
            <a:fillRect/>
          </a:stretch>
        </p:blipFill>
        <p:spPr>
          <a:xfrm>
            <a:off x="2677249" y="6381060"/>
            <a:ext cx="881801" cy="469207"/>
          </a:xfrm>
          <a:prstGeom prst="rect">
            <a:avLst/>
          </a:prstGeom>
        </p:spPr>
      </p:pic>
      <p:pic>
        <p:nvPicPr>
          <p:cNvPr id="234" name="Imagem 233">
            <a:extLst>
              <a:ext uri="{FF2B5EF4-FFF2-40B4-BE49-F238E27FC236}">
                <a16:creationId xmlns:a16="http://schemas.microsoft.com/office/drawing/2014/main" id="{F12EFDEC-1331-4D7E-BF5F-96D6632E5C8F}"/>
              </a:ext>
            </a:extLst>
          </p:cNvPr>
          <p:cNvPicPr/>
          <p:nvPr/>
        </p:nvPicPr>
        <p:blipFill>
          <a:blip r:embed="rId3">
            <a:extLst>
              <a:ext uri="{28A0092B-C50C-407E-A947-70E740481C1C}">
                <a14:useLocalDpi xmlns:a14="http://schemas.microsoft.com/office/drawing/2010/main" val="0"/>
              </a:ext>
            </a:extLst>
          </a:blip>
          <a:stretch>
            <a:fillRect/>
          </a:stretch>
        </p:blipFill>
        <p:spPr>
          <a:xfrm>
            <a:off x="3636929" y="6380252"/>
            <a:ext cx="882167" cy="469207"/>
          </a:xfrm>
          <a:prstGeom prst="rect">
            <a:avLst/>
          </a:prstGeom>
        </p:spPr>
      </p:pic>
      <p:pic>
        <p:nvPicPr>
          <p:cNvPr id="235" name="Imagem 234">
            <a:extLst>
              <a:ext uri="{FF2B5EF4-FFF2-40B4-BE49-F238E27FC236}">
                <a16:creationId xmlns:a16="http://schemas.microsoft.com/office/drawing/2014/main" id="{CF5F39A1-7083-4B0E-A2AC-BFBDA9F82B59}"/>
              </a:ext>
            </a:extLst>
          </p:cNvPr>
          <p:cNvPicPr/>
          <p:nvPr/>
        </p:nvPicPr>
        <p:blipFill>
          <a:blip r:embed="rId3">
            <a:extLst>
              <a:ext uri="{28A0092B-C50C-407E-A947-70E740481C1C}">
                <a14:useLocalDpi xmlns:a14="http://schemas.microsoft.com/office/drawing/2010/main" val="0"/>
              </a:ext>
            </a:extLst>
          </a:blip>
          <a:stretch>
            <a:fillRect/>
          </a:stretch>
        </p:blipFill>
        <p:spPr>
          <a:xfrm>
            <a:off x="4558449" y="6380252"/>
            <a:ext cx="810862" cy="469207"/>
          </a:xfrm>
          <a:prstGeom prst="rect">
            <a:avLst/>
          </a:prstGeom>
        </p:spPr>
      </p:pic>
      <p:pic>
        <p:nvPicPr>
          <p:cNvPr id="236" name="Imagem 235">
            <a:extLst>
              <a:ext uri="{FF2B5EF4-FFF2-40B4-BE49-F238E27FC236}">
                <a16:creationId xmlns:a16="http://schemas.microsoft.com/office/drawing/2014/main" id="{CB4BA489-05E5-4635-9C31-FE10A5C69939}"/>
              </a:ext>
            </a:extLst>
          </p:cNvPr>
          <p:cNvPicPr/>
          <p:nvPr/>
        </p:nvPicPr>
        <p:blipFill>
          <a:blip r:embed="rId3">
            <a:extLst>
              <a:ext uri="{28A0092B-C50C-407E-A947-70E740481C1C}">
                <a14:useLocalDpi xmlns:a14="http://schemas.microsoft.com/office/drawing/2010/main" val="0"/>
              </a:ext>
            </a:extLst>
          </a:blip>
          <a:stretch>
            <a:fillRect/>
          </a:stretch>
        </p:blipFill>
        <p:spPr>
          <a:xfrm>
            <a:off x="5147" y="6850019"/>
            <a:ext cx="871830" cy="469240"/>
          </a:xfrm>
          <a:prstGeom prst="rect">
            <a:avLst/>
          </a:prstGeom>
        </p:spPr>
      </p:pic>
      <p:pic>
        <p:nvPicPr>
          <p:cNvPr id="237" name="Imagem 236">
            <a:extLst>
              <a:ext uri="{FF2B5EF4-FFF2-40B4-BE49-F238E27FC236}">
                <a16:creationId xmlns:a16="http://schemas.microsoft.com/office/drawing/2014/main" id="{B4188981-F103-4D24-86D9-74BF5EA874A8}"/>
              </a:ext>
            </a:extLst>
          </p:cNvPr>
          <p:cNvPicPr/>
          <p:nvPr/>
        </p:nvPicPr>
        <p:blipFill>
          <a:blip r:embed="rId3">
            <a:extLst>
              <a:ext uri="{28A0092B-C50C-407E-A947-70E740481C1C}">
                <a14:useLocalDpi xmlns:a14="http://schemas.microsoft.com/office/drawing/2010/main" val="0"/>
              </a:ext>
            </a:extLst>
          </a:blip>
          <a:stretch>
            <a:fillRect/>
          </a:stretch>
        </p:blipFill>
        <p:spPr>
          <a:xfrm>
            <a:off x="852803" y="6852254"/>
            <a:ext cx="845783" cy="469240"/>
          </a:xfrm>
          <a:prstGeom prst="rect">
            <a:avLst/>
          </a:prstGeom>
        </p:spPr>
      </p:pic>
      <p:pic>
        <p:nvPicPr>
          <p:cNvPr id="238" name="Imagem 237">
            <a:extLst>
              <a:ext uri="{FF2B5EF4-FFF2-40B4-BE49-F238E27FC236}">
                <a16:creationId xmlns:a16="http://schemas.microsoft.com/office/drawing/2014/main" id="{91A5274F-A194-4336-A50D-AE42EDA21864}"/>
              </a:ext>
            </a:extLst>
          </p:cNvPr>
          <p:cNvPicPr/>
          <p:nvPr/>
        </p:nvPicPr>
        <p:blipFill>
          <a:blip r:embed="rId3">
            <a:extLst>
              <a:ext uri="{28A0092B-C50C-407E-A947-70E740481C1C}">
                <a14:useLocalDpi xmlns:a14="http://schemas.microsoft.com/office/drawing/2010/main" val="0"/>
              </a:ext>
            </a:extLst>
          </a:blip>
          <a:stretch>
            <a:fillRect/>
          </a:stretch>
        </p:blipFill>
        <p:spPr>
          <a:xfrm>
            <a:off x="1753587" y="6849458"/>
            <a:ext cx="845783" cy="469240"/>
          </a:xfrm>
          <a:prstGeom prst="rect">
            <a:avLst/>
          </a:prstGeom>
        </p:spPr>
      </p:pic>
      <p:pic>
        <p:nvPicPr>
          <p:cNvPr id="239" name="Imagem 238">
            <a:extLst>
              <a:ext uri="{FF2B5EF4-FFF2-40B4-BE49-F238E27FC236}">
                <a16:creationId xmlns:a16="http://schemas.microsoft.com/office/drawing/2014/main" id="{D3A71860-6204-4F04-8707-32DA9C2C4FCA}"/>
              </a:ext>
            </a:extLst>
          </p:cNvPr>
          <p:cNvPicPr/>
          <p:nvPr/>
        </p:nvPicPr>
        <p:blipFill>
          <a:blip r:embed="rId3">
            <a:extLst>
              <a:ext uri="{28A0092B-C50C-407E-A947-70E740481C1C}">
                <a14:useLocalDpi xmlns:a14="http://schemas.microsoft.com/office/drawing/2010/main" val="0"/>
              </a:ext>
            </a:extLst>
          </a:blip>
          <a:stretch>
            <a:fillRect/>
          </a:stretch>
        </p:blipFill>
        <p:spPr>
          <a:xfrm>
            <a:off x="2677249" y="6860553"/>
            <a:ext cx="881801" cy="469207"/>
          </a:xfrm>
          <a:prstGeom prst="rect">
            <a:avLst/>
          </a:prstGeom>
        </p:spPr>
      </p:pic>
      <p:pic>
        <p:nvPicPr>
          <p:cNvPr id="240" name="Imagem 239">
            <a:extLst>
              <a:ext uri="{FF2B5EF4-FFF2-40B4-BE49-F238E27FC236}">
                <a16:creationId xmlns:a16="http://schemas.microsoft.com/office/drawing/2014/main" id="{DC9C2185-346A-40CF-B8F4-15542CD2ADE4}"/>
              </a:ext>
            </a:extLst>
          </p:cNvPr>
          <p:cNvPicPr/>
          <p:nvPr/>
        </p:nvPicPr>
        <p:blipFill>
          <a:blip r:embed="rId3">
            <a:extLst>
              <a:ext uri="{28A0092B-C50C-407E-A947-70E740481C1C}">
                <a14:useLocalDpi xmlns:a14="http://schemas.microsoft.com/office/drawing/2010/main" val="0"/>
              </a:ext>
            </a:extLst>
          </a:blip>
          <a:stretch>
            <a:fillRect/>
          </a:stretch>
        </p:blipFill>
        <p:spPr>
          <a:xfrm>
            <a:off x="3636929" y="6859745"/>
            <a:ext cx="882167" cy="469207"/>
          </a:xfrm>
          <a:prstGeom prst="rect">
            <a:avLst/>
          </a:prstGeom>
        </p:spPr>
      </p:pic>
      <p:pic>
        <p:nvPicPr>
          <p:cNvPr id="241" name="Imagem 240">
            <a:extLst>
              <a:ext uri="{FF2B5EF4-FFF2-40B4-BE49-F238E27FC236}">
                <a16:creationId xmlns:a16="http://schemas.microsoft.com/office/drawing/2014/main" id="{633DAF51-269A-47D7-8CF9-42ADEEF2E098}"/>
              </a:ext>
            </a:extLst>
          </p:cNvPr>
          <p:cNvPicPr/>
          <p:nvPr/>
        </p:nvPicPr>
        <p:blipFill>
          <a:blip r:embed="rId3">
            <a:extLst>
              <a:ext uri="{28A0092B-C50C-407E-A947-70E740481C1C}">
                <a14:useLocalDpi xmlns:a14="http://schemas.microsoft.com/office/drawing/2010/main" val="0"/>
              </a:ext>
            </a:extLst>
          </a:blip>
          <a:stretch>
            <a:fillRect/>
          </a:stretch>
        </p:blipFill>
        <p:spPr>
          <a:xfrm>
            <a:off x="4558449" y="6859745"/>
            <a:ext cx="810862" cy="469207"/>
          </a:xfrm>
          <a:prstGeom prst="rect">
            <a:avLst/>
          </a:prstGeom>
        </p:spPr>
      </p:pic>
      <p:sp>
        <p:nvSpPr>
          <p:cNvPr id="14" name="CaixaDeTexto 13">
            <a:extLst>
              <a:ext uri="{FF2B5EF4-FFF2-40B4-BE49-F238E27FC236}">
                <a16:creationId xmlns:a16="http://schemas.microsoft.com/office/drawing/2014/main" id="{A13B8710-637F-49AF-8E6C-B8CD5541761E}"/>
              </a:ext>
            </a:extLst>
          </p:cNvPr>
          <p:cNvSpPr txBox="1"/>
          <p:nvPr/>
        </p:nvSpPr>
        <p:spPr>
          <a:xfrm>
            <a:off x="553117" y="5479071"/>
            <a:ext cx="4257929" cy="1358834"/>
          </a:xfrm>
          <a:prstGeom prst="rect">
            <a:avLst/>
          </a:prstGeom>
          <a:solidFill>
            <a:schemeClr val="bg1"/>
          </a:solidFill>
          <a:ln>
            <a:solidFill>
              <a:srgbClr val="002060"/>
            </a:solidFill>
          </a:ln>
        </p:spPr>
        <p:txBody>
          <a:bodyPr wrap="square" rtlCol="0">
            <a:spAutoFit/>
          </a:bodyPr>
          <a:lstStyle/>
          <a:p>
            <a:pPr algn="ctr">
              <a:defRPr/>
            </a:pPr>
            <a:r>
              <a:rPr lang="pt-BR" sz="1703" dirty="0">
                <a:ln>
                  <a:solidFill>
                    <a:srgbClr val="002060"/>
                  </a:solidFill>
                </a:ln>
                <a:solidFill>
                  <a:srgbClr val="002060"/>
                </a:solidFill>
                <a:latin typeface="Arial Black" panose="020B0A04020102020204" pitchFamily="34" charset="0"/>
              </a:rPr>
              <a:t>Só Aço Industrial Ltda</a:t>
            </a:r>
          </a:p>
          <a:p>
            <a:pPr algn="ctr">
              <a:defRPr/>
            </a:pPr>
            <a:r>
              <a:rPr lang="pt-BR" sz="1135" dirty="0">
                <a:ln>
                  <a:solidFill>
                    <a:srgbClr val="002060"/>
                  </a:solidFill>
                </a:ln>
                <a:solidFill>
                  <a:srgbClr val="002060"/>
                </a:solidFill>
                <a:latin typeface="Calibri"/>
              </a:rPr>
              <a:t>Av. Coletora Secundária, nº 9519 </a:t>
            </a:r>
            <a:r>
              <a:rPr lang="pt-BR" sz="1135">
                <a:ln>
                  <a:solidFill>
                    <a:srgbClr val="002060"/>
                  </a:solidFill>
                </a:ln>
                <a:solidFill>
                  <a:srgbClr val="002060"/>
                </a:solidFill>
                <a:latin typeface="Calibri"/>
              </a:rPr>
              <a:t>Bairro Pedra Miúda</a:t>
            </a:r>
            <a:endParaRPr lang="pt-BR" sz="1135" dirty="0">
              <a:ln>
                <a:solidFill>
                  <a:srgbClr val="002060"/>
                </a:solidFill>
              </a:ln>
              <a:solidFill>
                <a:srgbClr val="002060"/>
              </a:solidFill>
              <a:latin typeface="Calibri"/>
            </a:endParaRPr>
          </a:p>
          <a:p>
            <a:pPr algn="ctr">
              <a:defRPr/>
            </a:pPr>
            <a:r>
              <a:rPr lang="pt-BR" sz="1135" dirty="0">
                <a:ln>
                  <a:solidFill>
                    <a:srgbClr val="002060"/>
                  </a:solidFill>
                </a:ln>
                <a:solidFill>
                  <a:srgbClr val="002060"/>
                </a:solidFill>
                <a:latin typeface="Calibri"/>
              </a:rPr>
              <a:t>Telefones: (86) 3219 1200/1300</a:t>
            </a:r>
          </a:p>
          <a:p>
            <a:pPr algn="ctr">
              <a:defRPr/>
            </a:pPr>
            <a:r>
              <a:rPr lang="pt-BR" sz="1135" dirty="0">
                <a:ln>
                  <a:solidFill>
                    <a:srgbClr val="002060"/>
                  </a:solidFill>
                </a:ln>
                <a:solidFill>
                  <a:srgbClr val="002060"/>
                </a:solidFill>
                <a:latin typeface="Calibri"/>
              </a:rPr>
              <a:t>Teresina – Piauí</a:t>
            </a:r>
          </a:p>
          <a:p>
            <a:pPr algn="ctr">
              <a:defRPr/>
            </a:pPr>
            <a:r>
              <a:rPr lang="pt-BR" sz="1135" dirty="0">
                <a:ln>
                  <a:solidFill>
                    <a:srgbClr val="002060"/>
                  </a:solidFill>
                </a:ln>
                <a:solidFill>
                  <a:srgbClr val="002060"/>
                </a:solidFill>
                <a:latin typeface="Calibri"/>
              </a:rPr>
              <a:t>Site: </a:t>
            </a:r>
            <a:r>
              <a:rPr lang="pt-BR" sz="1135" dirty="0">
                <a:ln>
                  <a:solidFill>
                    <a:srgbClr val="002060"/>
                  </a:solidFill>
                </a:ln>
                <a:solidFill>
                  <a:srgbClr val="002060"/>
                </a:solidFill>
                <a:latin typeface="Calibri"/>
                <a:hlinkClick r:id="rId4"/>
              </a:rPr>
              <a:t>www.soacoindustrial.com.br</a:t>
            </a:r>
            <a:endParaRPr lang="pt-BR" sz="1135" dirty="0">
              <a:ln>
                <a:solidFill>
                  <a:srgbClr val="002060"/>
                </a:solidFill>
              </a:ln>
              <a:solidFill>
                <a:srgbClr val="002060"/>
              </a:solidFill>
              <a:latin typeface="Calibri"/>
            </a:endParaRPr>
          </a:p>
          <a:p>
            <a:pPr algn="ctr">
              <a:defRPr/>
            </a:pPr>
            <a:r>
              <a:rPr lang="pt-BR" sz="1135" dirty="0">
                <a:ln>
                  <a:solidFill>
                    <a:srgbClr val="002060"/>
                  </a:solidFill>
                </a:ln>
                <a:solidFill>
                  <a:srgbClr val="002060"/>
                </a:solidFill>
                <a:latin typeface="Calibri"/>
              </a:rPr>
              <a:t>Ouvidoria/SAC: </a:t>
            </a:r>
            <a:r>
              <a:rPr lang="pt-BR" sz="1135" dirty="0">
                <a:ln>
                  <a:solidFill>
                    <a:srgbClr val="002060"/>
                  </a:solidFill>
                </a:ln>
                <a:solidFill>
                  <a:srgbClr val="002060"/>
                </a:solidFill>
                <a:latin typeface="Calibri"/>
                <a:hlinkClick r:id="rId5"/>
              </a:rPr>
              <a:t>sac@soacoindustrial.com.br</a:t>
            </a:r>
            <a:endParaRPr lang="pt-BR" sz="1135" dirty="0">
              <a:ln>
                <a:solidFill>
                  <a:srgbClr val="002060"/>
                </a:solidFill>
              </a:ln>
              <a:solidFill>
                <a:srgbClr val="002060"/>
              </a:solidFill>
              <a:latin typeface="Calibri"/>
            </a:endParaRPr>
          </a:p>
          <a:p>
            <a:pPr algn="ctr">
              <a:defRPr/>
            </a:pPr>
            <a:r>
              <a:rPr lang="pt-BR" sz="852" dirty="0">
                <a:ln>
                  <a:solidFill>
                    <a:srgbClr val="002060"/>
                  </a:solidFill>
                </a:ln>
                <a:solidFill>
                  <a:srgbClr val="002060"/>
                </a:solidFill>
                <a:latin typeface="Calibri"/>
              </a:rPr>
              <a:t>MP-SA-0009.Rev. 0 </a:t>
            </a:r>
          </a:p>
        </p:txBody>
      </p:sp>
    </p:spTree>
    <p:extLst>
      <p:ext uri="{BB962C8B-B14F-4D97-AF65-F5344CB8AC3E}">
        <p14:creationId xmlns:p14="http://schemas.microsoft.com/office/powerpoint/2010/main" val="2191029057"/>
      </p:ext>
    </p:extLst>
  </p:cSld>
  <p:clrMapOvr>
    <a:masterClrMapping/>
  </p:clrMapOvr>
</p:sld>
</file>

<file path=ppt/theme/theme1.xml><?xml version="1.0" encoding="utf-8"?>
<a:theme xmlns:a="http://schemas.openxmlformats.org/drawingml/2006/main" name="Tema do Office">
  <a:themeElements>
    <a:clrScheme name="Escritório">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Escritório">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Escritório">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shade val="51000"/>
                <a:satMod val="130000"/>
              </a:schemeClr>
            </a:gs>
            <a:gs pos="80000">
              <a:schemeClr val="phClr">
                <a:shade val="93000"/>
                <a:satMod val="130000"/>
              </a:schemeClr>
            </a:gs>
            <a:gs pos="100000">
              <a:schemeClr val="phClr">
                <a:shade val="94000"/>
                <a:satMod val="135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extraClrSchemeLst/>
</a:theme>
</file>

<file path=ppt/theme/theme2.xml><?xml version="1.0" encoding="utf-8"?>
<a:theme xmlns:a="http://schemas.openxmlformats.org/drawingml/2006/main" name="Tema do Office">
  <a:themeElements>
    <a:clrScheme name="Office">
      <a:dk1>
        <a:sysClr val="windowText" lastClr="000000"/>
      </a:dk1>
      <a:lt1>
        <a:sysClr val="window" lastClr="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Calibri Light" panose="020F030202020403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Calibri" panose="020F050202020403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docProps/app.xml><?xml version="1.0" encoding="utf-8"?>
<Properties xmlns="http://schemas.openxmlformats.org/officeDocument/2006/extended-properties" xmlns:vt="http://schemas.openxmlformats.org/officeDocument/2006/docPropsVTypes">
  <TotalTime>1082</TotalTime>
  <Words>2327</Words>
  <Application>Microsoft Office PowerPoint</Application>
  <PresentationFormat>Personalizar</PresentationFormat>
  <Paragraphs>248</Paragraphs>
  <Slides>10</Slides>
  <Notes>1</Notes>
  <HiddenSlides>0</HiddenSlides>
  <MMClips>0</MMClips>
  <ScaleCrop>false</ScaleCrop>
  <HeadingPairs>
    <vt:vector size="6" baseType="variant">
      <vt:variant>
        <vt:lpstr>Fontes usadas</vt:lpstr>
      </vt:variant>
      <vt:variant>
        <vt:i4>4</vt:i4>
      </vt:variant>
      <vt:variant>
        <vt:lpstr>Tema</vt:lpstr>
      </vt:variant>
      <vt:variant>
        <vt:i4>1</vt:i4>
      </vt:variant>
      <vt:variant>
        <vt:lpstr>Títulos de slides</vt:lpstr>
      </vt:variant>
      <vt:variant>
        <vt:i4>10</vt:i4>
      </vt:variant>
    </vt:vector>
  </HeadingPairs>
  <TitlesOfParts>
    <vt:vector size="15" baseType="lpstr">
      <vt:lpstr>Arial</vt:lpstr>
      <vt:lpstr>Arial Black</vt:lpstr>
      <vt:lpstr>Calibri</vt:lpstr>
      <vt:lpstr>Wingdings</vt:lpstr>
      <vt:lpstr>Tema do Office</vt:lpstr>
      <vt:lpstr>Apresentação do PowerPoint</vt:lpstr>
      <vt:lpstr>Apresentação do PowerPoint</vt:lpstr>
      <vt:lpstr>Apresentação do PowerPoint</vt:lpstr>
      <vt:lpstr>Apresentação do PowerPoint</vt:lpstr>
      <vt:lpstr>Apresentação do PowerPoint</vt:lpstr>
      <vt:lpstr>Apresentação do PowerPoint</vt:lpstr>
      <vt:lpstr>Apresentação do PowerPoint</vt:lpstr>
      <vt:lpstr>Apresentação do PowerPoint</vt:lpstr>
      <vt:lpstr>Apresentação do PowerPoint</vt:lpstr>
      <vt:lpstr>Apresentação do PowerPoint</vt:lpstr>
    </vt:vector>
  </TitlesOfParts>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Apresentação do PowerPoint</dc:title>
  <dc:creator>producaosoaco</dc:creator>
  <cp:lastModifiedBy>taynara</cp:lastModifiedBy>
  <cp:revision>89</cp:revision>
  <dcterms:created xsi:type="dcterms:W3CDTF">2018-12-03T13:41:48Z</dcterms:created>
  <dcterms:modified xsi:type="dcterms:W3CDTF">2019-05-30T15:20:13Z</dcterms:modified>
</cp:coreProperties>
</file>