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15"/>
  </p:notesMasterIdLst>
  <p:sldIdLst>
    <p:sldId id="262" r:id="rId3"/>
    <p:sldId id="274" r:id="rId4"/>
    <p:sldId id="276" r:id="rId5"/>
    <p:sldId id="257" r:id="rId6"/>
    <p:sldId id="270" r:id="rId7"/>
    <p:sldId id="273" r:id="rId8"/>
    <p:sldId id="271" r:id="rId9"/>
    <p:sldId id="268" r:id="rId10"/>
    <p:sldId id="275" r:id="rId11"/>
    <p:sldId id="277" r:id="rId12"/>
    <p:sldId id="278" r:id="rId13"/>
    <p:sldId id="272" r:id="rId14"/>
  </p:sldIdLst>
  <p:sldSz cx="6858000" cy="9906000" type="A4"/>
  <p:notesSz cx="6888163" cy="10020300"/>
  <p:defaultTextStyle>
    <a:defPPr>
      <a:defRPr lang="pt-BR"/>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19" userDrawn="1">
          <p15:clr>
            <a:srgbClr val="A4A3A4"/>
          </p15:clr>
        </p15:guide>
        <p15:guide id="2" pos="2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8F8F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Estilo Claro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2D5ABB26-0587-4C30-8999-92F81FD0307C}" styleName="Nenhum Estilo, Nenhuma Grad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Estilo Mé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16DA210-FB5B-4158-B5E0-FEB733F419BA}" styleName="Estilo Claro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940675A-B579-460E-94D1-54222C63F5DA}" styleName="Nenhum Estilo, Grade de Tabe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44" autoAdjust="0"/>
    <p:restoredTop sz="91897" autoAdjust="0"/>
  </p:normalViewPr>
  <p:slideViewPr>
    <p:cSldViewPr showGuides="1">
      <p:cViewPr varScale="1">
        <p:scale>
          <a:sx n="77" d="100"/>
          <a:sy n="77" d="100"/>
        </p:scale>
        <p:origin x="3102" y="114"/>
      </p:cViewPr>
      <p:guideLst>
        <p:guide orient="horz" pos="3119"/>
        <p:guide pos="2160"/>
      </p:guideLst>
    </p:cSldViewPr>
  </p:slideViewPr>
  <p:notesTextViewPr>
    <p:cViewPr>
      <p:scale>
        <a:sx n="400" d="100"/>
        <a:sy n="4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84500" cy="501650"/>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idx="1"/>
          </p:nvPr>
        </p:nvSpPr>
        <p:spPr>
          <a:xfrm>
            <a:off x="3902075" y="0"/>
            <a:ext cx="2984500" cy="501650"/>
          </a:xfrm>
          <a:prstGeom prst="rect">
            <a:avLst/>
          </a:prstGeom>
        </p:spPr>
        <p:txBody>
          <a:bodyPr vert="horz" lIns="91440" tIns="45720" rIns="91440" bIns="45720" rtlCol="0"/>
          <a:lstStyle>
            <a:lvl1pPr algn="r">
              <a:defRPr sz="1200"/>
            </a:lvl1pPr>
          </a:lstStyle>
          <a:p>
            <a:fld id="{F8708E1B-B372-4B56-981F-95506720EE2D}" type="datetimeFigureOut">
              <a:rPr lang="pt-BR" smtClean="0"/>
              <a:t>16/03/2022</a:t>
            </a:fld>
            <a:endParaRPr lang="pt-BR"/>
          </a:p>
        </p:txBody>
      </p:sp>
      <p:sp>
        <p:nvSpPr>
          <p:cNvPr id="4" name="Espaço Reservado para Imagem de Slide 3"/>
          <p:cNvSpPr>
            <a:spLocks noGrp="1" noRot="1" noChangeAspect="1"/>
          </p:cNvSpPr>
          <p:nvPr>
            <p:ph type="sldImg" idx="2"/>
          </p:nvPr>
        </p:nvSpPr>
        <p:spPr>
          <a:xfrm>
            <a:off x="2143125" y="750888"/>
            <a:ext cx="2601913" cy="3757612"/>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688975" y="4759328"/>
            <a:ext cx="5510213" cy="4510088"/>
          </a:xfrm>
          <a:prstGeom prst="rect">
            <a:avLst/>
          </a:prstGeom>
        </p:spPr>
        <p:txBody>
          <a:bodyPr vert="horz" lIns="91440" tIns="45720" rIns="91440" bIns="45720" rtlCol="0"/>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0" y="9517063"/>
            <a:ext cx="2984500" cy="501650"/>
          </a:xfrm>
          <a:prstGeom prst="rect">
            <a:avLst/>
          </a:prstGeom>
        </p:spPr>
        <p:txBody>
          <a:bodyPr vert="horz" lIns="91440" tIns="45720" rIns="91440" bIns="45720"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3902075" y="9517063"/>
            <a:ext cx="2984500" cy="501650"/>
          </a:xfrm>
          <a:prstGeom prst="rect">
            <a:avLst/>
          </a:prstGeom>
        </p:spPr>
        <p:txBody>
          <a:bodyPr vert="horz" lIns="91440" tIns="45720" rIns="91440" bIns="45720" rtlCol="0" anchor="b"/>
          <a:lstStyle>
            <a:lvl1pPr algn="r">
              <a:defRPr sz="1200"/>
            </a:lvl1pPr>
          </a:lstStyle>
          <a:p>
            <a:fld id="{DAD5CC9F-21B8-43E0-9ED1-B2EDFE01E557}" type="slidenum">
              <a:rPr lang="pt-BR" smtClean="0"/>
              <a:t>‹nº›</a:t>
            </a:fld>
            <a:endParaRPr lang="pt-BR"/>
          </a:p>
        </p:txBody>
      </p:sp>
    </p:spTree>
    <p:extLst>
      <p:ext uri="{BB962C8B-B14F-4D97-AF65-F5344CB8AC3E}">
        <p14:creationId xmlns:p14="http://schemas.microsoft.com/office/powerpoint/2010/main" val="1905104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a:xfrm>
            <a:off x="2143125" y="750888"/>
            <a:ext cx="2601913" cy="3757612"/>
          </a:xfrm>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pPr marL="0" marR="0" lvl="0" indent="0" algn="r" defTabSz="1043056" rtl="0" eaLnBrk="1" fontAlgn="auto" latinLnBrk="0" hangingPunct="1">
              <a:lnSpc>
                <a:spcPct val="100000"/>
              </a:lnSpc>
              <a:spcBef>
                <a:spcPts val="0"/>
              </a:spcBef>
              <a:spcAft>
                <a:spcPts val="0"/>
              </a:spcAft>
              <a:buClrTx/>
              <a:buSzTx/>
              <a:buFontTx/>
              <a:buNone/>
              <a:tabLst/>
              <a:defRPr/>
            </a:pPr>
            <a:fld id="{DAD5CC9F-21B8-43E0-9ED1-B2EDFE01E557}" type="slidenum">
              <a:rPr kumimoji="0" lang="pt-BR"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1043056" rtl="0" eaLnBrk="1" fontAlgn="auto" latinLnBrk="0" hangingPunct="1">
                <a:lnSpc>
                  <a:spcPct val="100000"/>
                </a:lnSpc>
                <a:spcBef>
                  <a:spcPts val="0"/>
                </a:spcBef>
                <a:spcAft>
                  <a:spcPts val="0"/>
                </a:spcAft>
                <a:buClrTx/>
                <a:buSzTx/>
                <a:buFontTx/>
                <a:buNone/>
                <a:tabLst/>
                <a:defRPr/>
              </a:pPr>
              <a:t>1</a:t>
            </a:fld>
            <a:endParaRPr kumimoji="0" lang="pt-BR"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6283848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a:xfrm>
            <a:off x="2143125" y="750888"/>
            <a:ext cx="2601913" cy="3757612"/>
          </a:xfrm>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DAD5CC9F-21B8-43E0-9ED1-B2EDFE01E557}" type="slidenum">
              <a:rPr lang="pt-BR" smtClean="0"/>
              <a:t>4</a:t>
            </a:fld>
            <a:endParaRPr lang="pt-BR"/>
          </a:p>
        </p:txBody>
      </p:sp>
    </p:spTree>
    <p:extLst>
      <p:ext uri="{BB962C8B-B14F-4D97-AF65-F5344CB8AC3E}">
        <p14:creationId xmlns:p14="http://schemas.microsoft.com/office/powerpoint/2010/main" val="27458133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a:xfrm>
            <a:off x="2143125" y="750888"/>
            <a:ext cx="2601913" cy="3757612"/>
          </a:xfrm>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DAD5CC9F-21B8-43E0-9ED1-B2EDFE01E557}" type="slidenum">
              <a:rPr lang="pt-BR" smtClean="0"/>
              <a:t>5</a:t>
            </a:fld>
            <a:endParaRPr lang="pt-BR"/>
          </a:p>
        </p:txBody>
      </p:sp>
    </p:spTree>
    <p:extLst>
      <p:ext uri="{BB962C8B-B14F-4D97-AF65-F5344CB8AC3E}">
        <p14:creationId xmlns:p14="http://schemas.microsoft.com/office/powerpoint/2010/main" val="8095491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a:xfrm>
            <a:off x="2143125" y="750888"/>
            <a:ext cx="2601913" cy="3757612"/>
          </a:xfrm>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DAD5CC9F-21B8-43E0-9ED1-B2EDFE01E557}" type="slidenum">
              <a:rPr lang="pt-BR" smtClean="0"/>
              <a:t>8</a:t>
            </a:fld>
            <a:endParaRPr lang="pt-BR"/>
          </a:p>
        </p:txBody>
      </p:sp>
    </p:spTree>
    <p:extLst>
      <p:ext uri="{BB962C8B-B14F-4D97-AF65-F5344CB8AC3E}">
        <p14:creationId xmlns:p14="http://schemas.microsoft.com/office/powerpoint/2010/main" val="7428536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514350" y="3077282"/>
            <a:ext cx="5829300" cy="2123370"/>
          </a:xfrm>
        </p:spPr>
        <p:txBody>
          <a:bodyPr/>
          <a:lstStyle/>
          <a:p>
            <a:r>
              <a:rPr lang="pt-BR"/>
              <a:t>Clique para editar o título mestre</a:t>
            </a:r>
          </a:p>
        </p:txBody>
      </p:sp>
      <p:sp>
        <p:nvSpPr>
          <p:cNvPr id="3" name="Subtítulo 2"/>
          <p:cNvSpPr>
            <a:spLocks noGrp="1"/>
          </p:cNvSpPr>
          <p:nvPr>
            <p:ph type="subTitle" idx="1"/>
          </p:nvPr>
        </p:nvSpPr>
        <p:spPr>
          <a:xfrm>
            <a:off x="1028700" y="5613401"/>
            <a:ext cx="4800600" cy="2531534"/>
          </a:xfrm>
        </p:spPr>
        <p:txBody>
          <a:bodyPr/>
          <a:lstStyle>
            <a:lvl1pPr marL="0" indent="0" algn="ctr">
              <a:buNone/>
              <a:defRPr>
                <a:solidFill>
                  <a:schemeClr val="tx1">
                    <a:tint val="75000"/>
                  </a:schemeClr>
                </a:solidFill>
              </a:defRPr>
            </a:lvl1pPr>
            <a:lvl2pPr marL="683254" indent="0" algn="ctr">
              <a:buNone/>
              <a:defRPr>
                <a:solidFill>
                  <a:schemeClr val="tx1">
                    <a:tint val="75000"/>
                  </a:schemeClr>
                </a:solidFill>
              </a:defRPr>
            </a:lvl2pPr>
            <a:lvl3pPr marL="1366508" indent="0" algn="ctr">
              <a:buNone/>
              <a:defRPr>
                <a:solidFill>
                  <a:schemeClr val="tx1">
                    <a:tint val="75000"/>
                  </a:schemeClr>
                </a:solidFill>
              </a:defRPr>
            </a:lvl3pPr>
            <a:lvl4pPr marL="2049761" indent="0" algn="ctr">
              <a:buNone/>
              <a:defRPr>
                <a:solidFill>
                  <a:schemeClr val="tx1">
                    <a:tint val="75000"/>
                  </a:schemeClr>
                </a:solidFill>
              </a:defRPr>
            </a:lvl4pPr>
            <a:lvl5pPr marL="2733015" indent="0" algn="ctr">
              <a:buNone/>
              <a:defRPr>
                <a:solidFill>
                  <a:schemeClr val="tx1">
                    <a:tint val="75000"/>
                  </a:schemeClr>
                </a:solidFill>
              </a:defRPr>
            </a:lvl5pPr>
            <a:lvl6pPr marL="3416269" indent="0" algn="ctr">
              <a:buNone/>
              <a:defRPr>
                <a:solidFill>
                  <a:schemeClr val="tx1">
                    <a:tint val="75000"/>
                  </a:schemeClr>
                </a:solidFill>
              </a:defRPr>
            </a:lvl6pPr>
            <a:lvl7pPr marL="4099523" indent="0" algn="ctr">
              <a:buNone/>
              <a:defRPr>
                <a:solidFill>
                  <a:schemeClr val="tx1">
                    <a:tint val="75000"/>
                  </a:schemeClr>
                </a:solidFill>
              </a:defRPr>
            </a:lvl7pPr>
            <a:lvl8pPr marL="4782777" indent="0" algn="ctr">
              <a:buNone/>
              <a:defRPr>
                <a:solidFill>
                  <a:schemeClr val="tx1">
                    <a:tint val="75000"/>
                  </a:schemeClr>
                </a:solidFill>
              </a:defRPr>
            </a:lvl8pPr>
            <a:lvl9pPr marL="5466031" indent="0" algn="ctr">
              <a:buNone/>
              <a:defRPr>
                <a:solidFill>
                  <a:schemeClr val="tx1">
                    <a:tint val="75000"/>
                  </a:schemeClr>
                </a:solidFill>
              </a:defRPr>
            </a:lvl9pPr>
          </a:lstStyle>
          <a:p>
            <a:r>
              <a:rPr lang="pt-BR"/>
              <a:t>Clique para editar o estilo do subtítulo mestre</a:t>
            </a:r>
          </a:p>
        </p:txBody>
      </p:sp>
      <p:sp>
        <p:nvSpPr>
          <p:cNvPr id="4" name="Espaço Reservado para Data 3"/>
          <p:cNvSpPr>
            <a:spLocks noGrp="1"/>
          </p:cNvSpPr>
          <p:nvPr>
            <p:ph type="dt" sz="half" idx="10"/>
          </p:nvPr>
        </p:nvSpPr>
        <p:spPr/>
        <p:txBody>
          <a:bodyPr/>
          <a:lstStyle/>
          <a:p>
            <a:fld id="{E11AC81D-F00A-4827-A703-3C0D445EB022}" type="datetime1">
              <a:rPr lang="pt-BR" smtClean="0"/>
              <a:t>16/03/2022</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8443C3AA-155B-424C-A795-F84970B6BA25}" type="slidenum">
              <a:rPr lang="pt-BR" smtClean="0"/>
              <a:t>‹nº›</a:t>
            </a:fld>
            <a:endParaRPr lang="pt-BR"/>
          </a:p>
        </p:txBody>
      </p:sp>
    </p:spTree>
    <p:extLst>
      <p:ext uri="{BB962C8B-B14F-4D97-AF65-F5344CB8AC3E}">
        <p14:creationId xmlns:p14="http://schemas.microsoft.com/office/powerpoint/2010/main" val="27378374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p>
        </p:txBody>
      </p:sp>
      <p:sp>
        <p:nvSpPr>
          <p:cNvPr id="3" name="Espaço Reservado para Conteúdo 2"/>
          <p:cNvSpPr>
            <a:spLocks noGrp="1"/>
          </p:cNvSpPr>
          <p:nvPr>
            <p:ph idx="1"/>
          </p:nvPr>
        </p:nvSpPr>
        <p:spPr/>
        <p:txBody>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p:cNvSpPr>
            <a:spLocks noGrp="1"/>
          </p:cNvSpPr>
          <p:nvPr>
            <p:ph type="dt" sz="half" idx="10"/>
          </p:nvPr>
        </p:nvSpPr>
        <p:spPr/>
        <p:txBody>
          <a:bodyPr/>
          <a:lstStyle/>
          <a:p>
            <a:fld id="{DD1D2AD8-56C7-4730-81A3-F6C5FAADA359}" type="datetime1">
              <a:rPr lang="pt-BR" smtClean="0"/>
              <a:t>16/03/2022</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8443C3AA-155B-424C-A795-F84970B6BA25}" type="slidenum">
              <a:rPr lang="pt-BR" smtClean="0"/>
              <a:t>‹nº›</a:t>
            </a:fld>
            <a:endParaRPr lang="pt-BR"/>
          </a:p>
        </p:txBody>
      </p:sp>
    </p:spTree>
    <p:extLst>
      <p:ext uri="{BB962C8B-B14F-4D97-AF65-F5344CB8AC3E}">
        <p14:creationId xmlns:p14="http://schemas.microsoft.com/office/powerpoint/2010/main" val="25076691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p:cNvSpPr>
            <a:spLocks noGrp="1"/>
          </p:cNvSpPr>
          <p:nvPr>
            <p:ph type="title"/>
          </p:nvPr>
        </p:nvSpPr>
        <p:spPr>
          <a:xfrm>
            <a:off x="541735" y="6365523"/>
            <a:ext cx="5829300" cy="1967442"/>
          </a:xfrm>
        </p:spPr>
        <p:txBody>
          <a:bodyPr anchor="t"/>
          <a:lstStyle>
            <a:lvl1pPr algn="l">
              <a:defRPr sz="6026" b="1" cap="all"/>
            </a:lvl1pPr>
          </a:lstStyle>
          <a:p>
            <a:r>
              <a:rPr lang="pt-BR"/>
              <a:t>Clique para editar o título mestre</a:t>
            </a:r>
          </a:p>
        </p:txBody>
      </p:sp>
      <p:sp>
        <p:nvSpPr>
          <p:cNvPr id="3" name="Espaço Reservado para Texto 2"/>
          <p:cNvSpPr>
            <a:spLocks noGrp="1"/>
          </p:cNvSpPr>
          <p:nvPr>
            <p:ph type="body" idx="1"/>
          </p:nvPr>
        </p:nvSpPr>
        <p:spPr>
          <a:xfrm>
            <a:off x="541735" y="4198586"/>
            <a:ext cx="5829300" cy="2166937"/>
          </a:xfrm>
        </p:spPr>
        <p:txBody>
          <a:bodyPr anchor="b"/>
          <a:lstStyle>
            <a:lvl1pPr marL="0" indent="0">
              <a:buNone/>
              <a:defRPr sz="3013">
                <a:solidFill>
                  <a:schemeClr val="tx1">
                    <a:tint val="75000"/>
                  </a:schemeClr>
                </a:solidFill>
              </a:defRPr>
            </a:lvl1pPr>
            <a:lvl2pPr marL="683254" indent="0">
              <a:buNone/>
              <a:defRPr sz="2751">
                <a:solidFill>
                  <a:schemeClr val="tx1">
                    <a:tint val="75000"/>
                  </a:schemeClr>
                </a:solidFill>
              </a:defRPr>
            </a:lvl2pPr>
            <a:lvl3pPr marL="1366508" indent="0">
              <a:buNone/>
              <a:defRPr sz="2358">
                <a:solidFill>
                  <a:schemeClr val="tx1">
                    <a:tint val="75000"/>
                  </a:schemeClr>
                </a:solidFill>
              </a:defRPr>
            </a:lvl3pPr>
            <a:lvl4pPr marL="2049761" indent="0">
              <a:buNone/>
              <a:defRPr sz="2096">
                <a:solidFill>
                  <a:schemeClr val="tx1">
                    <a:tint val="75000"/>
                  </a:schemeClr>
                </a:solidFill>
              </a:defRPr>
            </a:lvl4pPr>
            <a:lvl5pPr marL="2733015" indent="0">
              <a:buNone/>
              <a:defRPr sz="2096">
                <a:solidFill>
                  <a:schemeClr val="tx1">
                    <a:tint val="75000"/>
                  </a:schemeClr>
                </a:solidFill>
              </a:defRPr>
            </a:lvl5pPr>
            <a:lvl6pPr marL="3416269" indent="0">
              <a:buNone/>
              <a:defRPr sz="2096">
                <a:solidFill>
                  <a:schemeClr val="tx1">
                    <a:tint val="75000"/>
                  </a:schemeClr>
                </a:solidFill>
              </a:defRPr>
            </a:lvl6pPr>
            <a:lvl7pPr marL="4099523" indent="0">
              <a:buNone/>
              <a:defRPr sz="2096">
                <a:solidFill>
                  <a:schemeClr val="tx1">
                    <a:tint val="75000"/>
                  </a:schemeClr>
                </a:solidFill>
              </a:defRPr>
            </a:lvl7pPr>
            <a:lvl8pPr marL="4782777" indent="0">
              <a:buNone/>
              <a:defRPr sz="2096">
                <a:solidFill>
                  <a:schemeClr val="tx1">
                    <a:tint val="75000"/>
                  </a:schemeClr>
                </a:solidFill>
              </a:defRPr>
            </a:lvl8pPr>
            <a:lvl9pPr marL="5466031" indent="0">
              <a:buNone/>
              <a:defRPr sz="2096">
                <a:solidFill>
                  <a:schemeClr val="tx1">
                    <a:tint val="75000"/>
                  </a:schemeClr>
                </a:solidFill>
              </a:defRPr>
            </a:lvl9pPr>
          </a:lstStyle>
          <a:p>
            <a:pPr lvl="0"/>
            <a:r>
              <a:rPr lang="pt-BR"/>
              <a:t>Clique para editar o texto mestre</a:t>
            </a:r>
          </a:p>
        </p:txBody>
      </p:sp>
      <p:sp>
        <p:nvSpPr>
          <p:cNvPr id="4" name="Espaço Reservado para Data 3"/>
          <p:cNvSpPr>
            <a:spLocks noGrp="1"/>
          </p:cNvSpPr>
          <p:nvPr>
            <p:ph type="dt" sz="half" idx="10"/>
          </p:nvPr>
        </p:nvSpPr>
        <p:spPr/>
        <p:txBody>
          <a:bodyPr/>
          <a:lstStyle/>
          <a:p>
            <a:fld id="{E29E6F26-40DE-4B52-A781-4BC8EFF4F8A4}" type="datetime1">
              <a:rPr lang="pt-BR" smtClean="0"/>
              <a:t>16/03/2022</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8443C3AA-155B-424C-A795-F84970B6BA25}" type="slidenum">
              <a:rPr lang="pt-BR" smtClean="0"/>
              <a:t>‹nº›</a:t>
            </a:fld>
            <a:endParaRPr lang="pt-BR"/>
          </a:p>
        </p:txBody>
      </p:sp>
    </p:spTree>
    <p:extLst>
      <p:ext uri="{BB962C8B-B14F-4D97-AF65-F5344CB8AC3E}">
        <p14:creationId xmlns:p14="http://schemas.microsoft.com/office/powerpoint/2010/main" val="19404410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p>
        </p:txBody>
      </p:sp>
      <p:sp>
        <p:nvSpPr>
          <p:cNvPr id="3" name="Espaço Reservado para Conteúdo 2"/>
          <p:cNvSpPr>
            <a:spLocks noGrp="1"/>
          </p:cNvSpPr>
          <p:nvPr>
            <p:ph sz="half" idx="1"/>
          </p:nvPr>
        </p:nvSpPr>
        <p:spPr>
          <a:xfrm>
            <a:off x="342900" y="2311400"/>
            <a:ext cx="3028950" cy="6537502"/>
          </a:xfrm>
        </p:spPr>
        <p:txBody>
          <a:bodyPr/>
          <a:lstStyle>
            <a:lvl1pPr>
              <a:defRPr sz="4192"/>
            </a:lvl1pPr>
            <a:lvl2pPr>
              <a:defRPr sz="3537"/>
            </a:lvl2pPr>
            <a:lvl3pPr>
              <a:defRPr sz="3013"/>
            </a:lvl3pPr>
            <a:lvl4pPr>
              <a:defRPr sz="2751"/>
            </a:lvl4pPr>
            <a:lvl5pPr>
              <a:defRPr sz="2751"/>
            </a:lvl5pPr>
            <a:lvl6pPr>
              <a:defRPr sz="2751"/>
            </a:lvl6pPr>
            <a:lvl7pPr>
              <a:defRPr sz="2751"/>
            </a:lvl7pPr>
            <a:lvl8pPr>
              <a:defRPr sz="2751"/>
            </a:lvl8pPr>
            <a:lvl9pPr>
              <a:defRPr sz="2751"/>
            </a:lvl9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p:cNvSpPr>
            <a:spLocks noGrp="1"/>
          </p:cNvSpPr>
          <p:nvPr>
            <p:ph sz="half" idx="2"/>
          </p:nvPr>
        </p:nvSpPr>
        <p:spPr>
          <a:xfrm>
            <a:off x="3486150" y="2311400"/>
            <a:ext cx="3028950" cy="6537502"/>
          </a:xfrm>
        </p:spPr>
        <p:txBody>
          <a:bodyPr/>
          <a:lstStyle>
            <a:lvl1pPr>
              <a:defRPr sz="4192"/>
            </a:lvl1pPr>
            <a:lvl2pPr>
              <a:defRPr sz="3537"/>
            </a:lvl2pPr>
            <a:lvl3pPr>
              <a:defRPr sz="3013"/>
            </a:lvl3pPr>
            <a:lvl4pPr>
              <a:defRPr sz="2751"/>
            </a:lvl4pPr>
            <a:lvl5pPr>
              <a:defRPr sz="2751"/>
            </a:lvl5pPr>
            <a:lvl6pPr>
              <a:defRPr sz="2751"/>
            </a:lvl6pPr>
            <a:lvl7pPr>
              <a:defRPr sz="2751"/>
            </a:lvl7pPr>
            <a:lvl8pPr>
              <a:defRPr sz="2751"/>
            </a:lvl8pPr>
            <a:lvl9pPr>
              <a:defRPr sz="2751"/>
            </a:lvl9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Data 4"/>
          <p:cNvSpPr>
            <a:spLocks noGrp="1"/>
          </p:cNvSpPr>
          <p:nvPr>
            <p:ph type="dt" sz="half" idx="10"/>
          </p:nvPr>
        </p:nvSpPr>
        <p:spPr/>
        <p:txBody>
          <a:bodyPr/>
          <a:lstStyle/>
          <a:p>
            <a:fld id="{3F7730DF-6810-4948-876A-5238452348F4}" type="datetime1">
              <a:rPr lang="pt-BR" smtClean="0"/>
              <a:t>16/03/2022</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8443C3AA-155B-424C-A795-F84970B6BA25}" type="slidenum">
              <a:rPr lang="pt-BR" smtClean="0"/>
              <a:t>‹nº›</a:t>
            </a:fld>
            <a:endParaRPr lang="pt-BR"/>
          </a:p>
        </p:txBody>
      </p:sp>
    </p:spTree>
    <p:extLst>
      <p:ext uri="{BB962C8B-B14F-4D97-AF65-F5344CB8AC3E}">
        <p14:creationId xmlns:p14="http://schemas.microsoft.com/office/powerpoint/2010/main" val="26505703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lvl1pPr>
              <a:defRPr/>
            </a:lvl1pPr>
          </a:lstStyle>
          <a:p>
            <a:r>
              <a:rPr lang="pt-BR"/>
              <a:t>Clique para editar o título mestre</a:t>
            </a:r>
          </a:p>
        </p:txBody>
      </p:sp>
      <p:sp>
        <p:nvSpPr>
          <p:cNvPr id="3" name="Espaço Reservado para Texto 2"/>
          <p:cNvSpPr>
            <a:spLocks noGrp="1"/>
          </p:cNvSpPr>
          <p:nvPr>
            <p:ph type="body" idx="1"/>
          </p:nvPr>
        </p:nvSpPr>
        <p:spPr>
          <a:xfrm>
            <a:off x="342900" y="2217386"/>
            <a:ext cx="3030141" cy="924100"/>
          </a:xfrm>
        </p:spPr>
        <p:txBody>
          <a:bodyPr anchor="b"/>
          <a:lstStyle>
            <a:lvl1pPr marL="0" indent="0">
              <a:buNone/>
              <a:defRPr sz="3537" b="1"/>
            </a:lvl1pPr>
            <a:lvl2pPr marL="683254" indent="0">
              <a:buNone/>
              <a:defRPr sz="3013" b="1"/>
            </a:lvl2pPr>
            <a:lvl3pPr marL="1366508" indent="0">
              <a:buNone/>
              <a:defRPr sz="2751" b="1"/>
            </a:lvl3pPr>
            <a:lvl4pPr marL="2049761" indent="0">
              <a:buNone/>
              <a:defRPr sz="2358" b="1"/>
            </a:lvl4pPr>
            <a:lvl5pPr marL="2733015" indent="0">
              <a:buNone/>
              <a:defRPr sz="2358" b="1"/>
            </a:lvl5pPr>
            <a:lvl6pPr marL="3416269" indent="0">
              <a:buNone/>
              <a:defRPr sz="2358" b="1"/>
            </a:lvl6pPr>
            <a:lvl7pPr marL="4099523" indent="0">
              <a:buNone/>
              <a:defRPr sz="2358" b="1"/>
            </a:lvl7pPr>
            <a:lvl8pPr marL="4782777" indent="0">
              <a:buNone/>
              <a:defRPr sz="2358" b="1"/>
            </a:lvl8pPr>
            <a:lvl9pPr marL="5466031" indent="0">
              <a:buNone/>
              <a:defRPr sz="2358" b="1"/>
            </a:lvl9pPr>
          </a:lstStyle>
          <a:p>
            <a:pPr lvl="0"/>
            <a:r>
              <a:rPr lang="pt-BR"/>
              <a:t>Clique para editar o texto mestre</a:t>
            </a:r>
          </a:p>
        </p:txBody>
      </p:sp>
      <p:sp>
        <p:nvSpPr>
          <p:cNvPr id="4" name="Espaço Reservado para Conteúdo 3"/>
          <p:cNvSpPr>
            <a:spLocks noGrp="1"/>
          </p:cNvSpPr>
          <p:nvPr>
            <p:ph sz="half" idx="2"/>
          </p:nvPr>
        </p:nvSpPr>
        <p:spPr>
          <a:xfrm>
            <a:off x="342900" y="3141487"/>
            <a:ext cx="3030141" cy="5707416"/>
          </a:xfrm>
        </p:spPr>
        <p:txBody>
          <a:bodyPr/>
          <a:lstStyle>
            <a:lvl1pPr>
              <a:defRPr sz="3537"/>
            </a:lvl1pPr>
            <a:lvl2pPr>
              <a:defRPr sz="3013"/>
            </a:lvl2pPr>
            <a:lvl3pPr>
              <a:defRPr sz="2751"/>
            </a:lvl3pPr>
            <a:lvl4pPr>
              <a:defRPr sz="2358"/>
            </a:lvl4pPr>
            <a:lvl5pPr>
              <a:defRPr sz="2358"/>
            </a:lvl5pPr>
            <a:lvl6pPr>
              <a:defRPr sz="2358"/>
            </a:lvl6pPr>
            <a:lvl7pPr>
              <a:defRPr sz="2358"/>
            </a:lvl7pPr>
            <a:lvl8pPr>
              <a:defRPr sz="2358"/>
            </a:lvl8pPr>
            <a:lvl9pPr>
              <a:defRPr sz="2358"/>
            </a:lvl9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Texto 4"/>
          <p:cNvSpPr>
            <a:spLocks noGrp="1"/>
          </p:cNvSpPr>
          <p:nvPr>
            <p:ph type="body" sz="quarter" idx="3"/>
          </p:nvPr>
        </p:nvSpPr>
        <p:spPr>
          <a:xfrm>
            <a:off x="3483769" y="2217386"/>
            <a:ext cx="3031331" cy="924100"/>
          </a:xfrm>
        </p:spPr>
        <p:txBody>
          <a:bodyPr anchor="b"/>
          <a:lstStyle>
            <a:lvl1pPr marL="0" indent="0">
              <a:buNone/>
              <a:defRPr sz="3537" b="1"/>
            </a:lvl1pPr>
            <a:lvl2pPr marL="683254" indent="0">
              <a:buNone/>
              <a:defRPr sz="3013" b="1"/>
            </a:lvl2pPr>
            <a:lvl3pPr marL="1366508" indent="0">
              <a:buNone/>
              <a:defRPr sz="2751" b="1"/>
            </a:lvl3pPr>
            <a:lvl4pPr marL="2049761" indent="0">
              <a:buNone/>
              <a:defRPr sz="2358" b="1"/>
            </a:lvl4pPr>
            <a:lvl5pPr marL="2733015" indent="0">
              <a:buNone/>
              <a:defRPr sz="2358" b="1"/>
            </a:lvl5pPr>
            <a:lvl6pPr marL="3416269" indent="0">
              <a:buNone/>
              <a:defRPr sz="2358" b="1"/>
            </a:lvl6pPr>
            <a:lvl7pPr marL="4099523" indent="0">
              <a:buNone/>
              <a:defRPr sz="2358" b="1"/>
            </a:lvl7pPr>
            <a:lvl8pPr marL="4782777" indent="0">
              <a:buNone/>
              <a:defRPr sz="2358" b="1"/>
            </a:lvl8pPr>
            <a:lvl9pPr marL="5466031" indent="0">
              <a:buNone/>
              <a:defRPr sz="2358" b="1"/>
            </a:lvl9pPr>
          </a:lstStyle>
          <a:p>
            <a:pPr lvl="0"/>
            <a:r>
              <a:rPr lang="pt-BR"/>
              <a:t>Clique para editar o texto mestre</a:t>
            </a:r>
          </a:p>
        </p:txBody>
      </p:sp>
      <p:sp>
        <p:nvSpPr>
          <p:cNvPr id="6" name="Espaço Reservado para Conteúdo 5"/>
          <p:cNvSpPr>
            <a:spLocks noGrp="1"/>
          </p:cNvSpPr>
          <p:nvPr>
            <p:ph sz="quarter" idx="4"/>
          </p:nvPr>
        </p:nvSpPr>
        <p:spPr>
          <a:xfrm>
            <a:off x="3483769" y="3141487"/>
            <a:ext cx="3031331" cy="5707416"/>
          </a:xfrm>
        </p:spPr>
        <p:txBody>
          <a:bodyPr/>
          <a:lstStyle>
            <a:lvl1pPr>
              <a:defRPr sz="3537"/>
            </a:lvl1pPr>
            <a:lvl2pPr>
              <a:defRPr sz="3013"/>
            </a:lvl2pPr>
            <a:lvl3pPr>
              <a:defRPr sz="2751"/>
            </a:lvl3pPr>
            <a:lvl4pPr>
              <a:defRPr sz="2358"/>
            </a:lvl4pPr>
            <a:lvl5pPr>
              <a:defRPr sz="2358"/>
            </a:lvl5pPr>
            <a:lvl6pPr>
              <a:defRPr sz="2358"/>
            </a:lvl6pPr>
            <a:lvl7pPr>
              <a:defRPr sz="2358"/>
            </a:lvl7pPr>
            <a:lvl8pPr>
              <a:defRPr sz="2358"/>
            </a:lvl8pPr>
            <a:lvl9pPr>
              <a:defRPr sz="2358"/>
            </a:lvl9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7" name="Espaço Reservado para Data 6"/>
          <p:cNvSpPr>
            <a:spLocks noGrp="1"/>
          </p:cNvSpPr>
          <p:nvPr>
            <p:ph type="dt" sz="half" idx="10"/>
          </p:nvPr>
        </p:nvSpPr>
        <p:spPr/>
        <p:txBody>
          <a:bodyPr/>
          <a:lstStyle/>
          <a:p>
            <a:fld id="{4AEF6986-E8F5-4AE8-84CE-76D530498E52}" type="datetime1">
              <a:rPr lang="pt-BR" smtClean="0"/>
              <a:t>16/03/2022</a:t>
            </a:fld>
            <a:endParaRPr lang="pt-BR"/>
          </a:p>
        </p:txBody>
      </p:sp>
      <p:sp>
        <p:nvSpPr>
          <p:cNvPr id="8" name="Espaço Reservado para Rodapé 7"/>
          <p:cNvSpPr>
            <a:spLocks noGrp="1"/>
          </p:cNvSpPr>
          <p:nvPr>
            <p:ph type="ftr" sz="quarter" idx="11"/>
          </p:nvPr>
        </p:nvSpPr>
        <p:spPr/>
        <p:txBody>
          <a:bodyPr/>
          <a:lstStyle/>
          <a:p>
            <a:endParaRPr lang="pt-BR"/>
          </a:p>
        </p:txBody>
      </p:sp>
      <p:sp>
        <p:nvSpPr>
          <p:cNvPr id="9" name="Espaço Reservado para Número de Slide 8"/>
          <p:cNvSpPr>
            <a:spLocks noGrp="1"/>
          </p:cNvSpPr>
          <p:nvPr>
            <p:ph type="sldNum" sz="quarter" idx="12"/>
          </p:nvPr>
        </p:nvSpPr>
        <p:spPr/>
        <p:txBody>
          <a:bodyPr/>
          <a:lstStyle/>
          <a:p>
            <a:fld id="{8443C3AA-155B-424C-A795-F84970B6BA25}" type="slidenum">
              <a:rPr lang="pt-BR" smtClean="0"/>
              <a:t>‹nº›</a:t>
            </a:fld>
            <a:endParaRPr lang="pt-BR"/>
          </a:p>
        </p:txBody>
      </p:sp>
    </p:spTree>
    <p:extLst>
      <p:ext uri="{BB962C8B-B14F-4D97-AF65-F5344CB8AC3E}">
        <p14:creationId xmlns:p14="http://schemas.microsoft.com/office/powerpoint/2010/main" val="4827578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p>
        </p:txBody>
      </p:sp>
      <p:sp>
        <p:nvSpPr>
          <p:cNvPr id="3" name="Espaço Reservado para Data 2"/>
          <p:cNvSpPr>
            <a:spLocks noGrp="1"/>
          </p:cNvSpPr>
          <p:nvPr>
            <p:ph type="dt" sz="half" idx="10"/>
          </p:nvPr>
        </p:nvSpPr>
        <p:spPr/>
        <p:txBody>
          <a:bodyPr/>
          <a:lstStyle/>
          <a:p>
            <a:fld id="{D7BB8614-5CD0-4073-B427-9822F8FE630A}" type="datetime1">
              <a:rPr lang="pt-BR" smtClean="0"/>
              <a:t>16/03/2022</a:t>
            </a:fld>
            <a:endParaRPr lang="pt-BR"/>
          </a:p>
        </p:txBody>
      </p:sp>
      <p:sp>
        <p:nvSpPr>
          <p:cNvPr id="4" name="Espaço Reservado para Rodapé 3"/>
          <p:cNvSpPr>
            <a:spLocks noGrp="1"/>
          </p:cNvSpPr>
          <p:nvPr>
            <p:ph type="ftr" sz="quarter" idx="11"/>
          </p:nvPr>
        </p:nvSpPr>
        <p:spPr/>
        <p:txBody>
          <a:bodyPr/>
          <a:lstStyle/>
          <a:p>
            <a:endParaRPr lang="pt-BR"/>
          </a:p>
        </p:txBody>
      </p:sp>
      <p:sp>
        <p:nvSpPr>
          <p:cNvPr id="5" name="Espaço Reservado para Número de Slide 4"/>
          <p:cNvSpPr>
            <a:spLocks noGrp="1"/>
          </p:cNvSpPr>
          <p:nvPr>
            <p:ph type="sldNum" sz="quarter" idx="12"/>
          </p:nvPr>
        </p:nvSpPr>
        <p:spPr/>
        <p:txBody>
          <a:bodyPr/>
          <a:lstStyle/>
          <a:p>
            <a:fld id="{8443C3AA-155B-424C-A795-F84970B6BA25}" type="slidenum">
              <a:rPr lang="pt-BR" smtClean="0"/>
              <a:t>‹nº›</a:t>
            </a:fld>
            <a:endParaRPr lang="pt-BR"/>
          </a:p>
        </p:txBody>
      </p:sp>
    </p:spTree>
    <p:extLst>
      <p:ext uri="{BB962C8B-B14F-4D97-AF65-F5344CB8AC3E}">
        <p14:creationId xmlns:p14="http://schemas.microsoft.com/office/powerpoint/2010/main" val="32141783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63A113F0-2AEE-472C-84E2-03C9B57727C0}" type="datetime1">
              <a:rPr lang="pt-BR" smtClean="0"/>
              <a:t>16/03/2022</a:t>
            </a:fld>
            <a:endParaRPr lang="pt-BR"/>
          </a:p>
        </p:txBody>
      </p:sp>
      <p:sp>
        <p:nvSpPr>
          <p:cNvPr id="3" name="Espaço Reservado para Rodapé 2"/>
          <p:cNvSpPr>
            <a:spLocks noGrp="1"/>
          </p:cNvSpPr>
          <p:nvPr>
            <p:ph type="ftr" sz="quarter" idx="11"/>
          </p:nvPr>
        </p:nvSpPr>
        <p:spPr/>
        <p:txBody>
          <a:bodyPr/>
          <a:lstStyle/>
          <a:p>
            <a:endParaRPr lang="pt-BR"/>
          </a:p>
        </p:txBody>
      </p:sp>
      <p:sp>
        <p:nvSpPr>
          <p:cNvPr id="4" name="Espaço Reservado para Número de Slide 3"/>
          <p:cNvSpPr>
            <a:spLocks noGrp="1"/>
          </p:cNvSpPr>
          <p:nvPr>
            <p:ph type="sldNum" sz="quarter" idx="12"/>
          </p:nvPr>
        </p:nvSpPr>
        <p:spPr/>
        <p:txBody>
          <a:bodyPr/>
          <a:lstStyle/>
          <a:p>
            <a:fld id="{8443C3AA-155B-424C-A795-F84970B6BA25}" type="slidenum">
              <a:rPr lang="pt-BR" smtClean="0"/>
              <a:t>‹nº›</a:t>
            </a:fld>
            <a:endParaRPr lang="pt-BR"/>
          </a:p>
        </p:txBody>
      </p:sp>
    </p:spTree>
    <p:extLst>
      <p:ext uri="{BB962C8B-B14F-4D97-AF65-F5344CB8AC3E}">
        <p14:creationId xmlns:p14="http://schemas.microsoft.com/office/powerpoint/2010/main" val="16186785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342901" y="394405"/>
            <a:ext cx="2256235" cy="1678517"/>
          </a:xfrm>
        </p:spPr>
        <p:txBody>
          <a:bodyPr anchor="b"/>
          <a:lstStyle>
            <a:lvl1pPr algn="l">
              <a:defRPr sz="3013" b="1"/>
            </a:lvl1pPr>
          </a:lstStyle>
          <a:p>
            <a:r>
              <a:rPr lang="pt-BR"/>
              <a:t>Clique para editar o título mestre</a:t>
            </a:r>
          </a:p>
        </p:txBody>
      </p:sp>
      <p:sp>
        <p:nvSpPr>
          <p:cNvPr id="3" name="Espaço Reservado para Conteúdo 2"/>
          <p:cNvSpPr>
            <a:spLocks noGrp="1"/>
          </p:cNvSpPr>
          <p:nvPr>
            <p:ph idx="1"/>
          </p:nvPr>
        </p:nvSpPr>
        <p:spPr>
          <a:xfrm>
            <a:off x="2681287" y="394406"/>
            <a:ext cx="3833813" cy="8454496"/>
          </a:xfrm>
        </p:spPr>
        <p:txBody>
          <a:bodyPr/>
          <a:lstStyle>
            <a:lvl1pPr>
              <a:defRPr sz="4847"/>
            </a:lvl1pPr>
            <a:lvl2pPr>
              <a:defRPr sz="4192"/>
            </a:lvl2pPr>
            <a:lvl3pPr>
              <a:defRPr sz="3537"/>
            </a:lvl3pPr>
            <a:lvl4pPr>
              <a:defRPr sz="3013"/>
            </a:lvl4pPr>
            <a:lvl5pPr>
              <a:defRPr sz="3013"/>
            </a:lvl5pPr>
            <a:lvl6pPr>
              <a:defRPr sz="3013"/>
            </a:lvl6pPr>
            <a:lvl7pPr>
              <a:defRPr sz="3013"/>
            </a:lvl7pPr>
            <a:lvl8pPr>
              <a:defRPr sz="3013"/>
            </a:lvl8pPr>
            <a:lvl9pPr>
              <a:defRPr sz="3013"/>
            </a:lvl9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Texto 3"/>
          <p:cNvSpPr>
            <a:spLocks noGrp="1"/>
          </p:cNvSpPr>
          <p:nvPr>
            <p:ph type="body" sz="half" idx="2"/>
          </p:nvPr>
        </p:nvSpPr>
        <p:spPr>
          <a:xfrm>
            <a:off x="342901" y="2072923"/>
            <a:ext cx="2256235" cy="6775979"/>
          </a:xfrm>
        </p:spPr>
        <p:txBody>
          <a:bodyPr/>
          <a:lstStyle>
            <a:lvl1pPr marL="0" indent="0">
              <a:buNone/>
              <a:defRPr sz="2096"/>
            </a:lvl1pPr>
            <a:lvl2pPr marL="683254" indent="0">
              <a:buNone/>
              <a:defRPr sz="1834"/>
            </a:lvl2pPr>
            <a:lvl3pPr marL="1366508" indent="0">
              <a:buNone/>
              <a:defRPr sz="1441"/>
            </a:lvl3pPr>
            <a:lvl4pPr marL="2049761" indent="0">
              <a:buNone/>
              <a:defRPr sz="1310"/>
            </a:lvl4pPr>
            <a:lvl5pPr marL="2733015" indent="0">
              <a:buNone/>
              <a:defRPr sz="1310"/>
            </a:lvl5pPr>
            <a:lvl6pPr marL="3416269" indent="0">
              <a:buNone/>
              <a:defRPr sz="1310"/>
            </a:lvl6pPr>
            <a:lvl7pPr marL="4099523" indent="0">
              <a:buNone/>
              <a:defRPr sz="1310"/>
            </a:lvl7pPr>
            <a:lvl8pPr marL="4782777" indent="0">
              <a:buNone/>
              <a:defRPr sz="1310"/>
            </a:lvl8pPr>
            <a:lvl9pPr marL="5466031" indent="0">
              <a:buNone/>
              <a:defRPr sz="1310"/>
            </a:lvl9pPr>
          </a:lstStyle>
          <a:p>
            <a:pPr lvl="0"/>
            <a:r>
              <a:rPr lang="pt-BR"/>
              <a:t>Clique para editar o texto mestre</a:t>
            </a:r>
          </a:p>
        </p:txBody>
      </p:sp>
      <p:sp>
        <p:nvSpPr>
          <p:cNvPr id="5" name="Espaço Reservado para Data 4"/>
          <p:cNvSpPr>
            <a:spLocks noGrp="1"/>
          </p:cNvSpPr>
          <p:nvPr>
            <p:ph type="dt" sz="half" idx="10"/>
          </p:nvPr>
        </p:nvSpPr>
        <p:spPr/>
        <p:txBody>
          <a:bodyPr/>
          <a:lstStyle/>
          <a:p>
            <a:fld id="{68E070D2-94BC-48E5-B127-F2DFB91F768A}" type="datetime1">
              <a:rPr lang="pt-BR" smtClean="0"/>
              <a:t>16/03/2022</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8443C3AA-155B-424C-A795-F84970B6BA25}" type="slidenum">
              <a:rPr lang="pt-BR" smtClean="0"/>
              <a:t>‹nº›</a:t>
            </a:fld>
            <a:endParaRPr lang="pt-BR"/>
          </a:p>
        </p:txBody>
      </p:sp>
    </p:spTree>
    <p:extLst>
      <p:ext uri="{BB962C8B-B14F-4D97-AF65-F5344CB8AC3E}">
        <p14:creationId xmlns:p14="http://schemas.microsoft.com/office/powerpoint/2010/main" val="7854296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1344216" y="6934200"/>
            <a:ext cx="4114800" cy="818622"/>
          </a:xfrm>
        </p:spPr>
        <p:txBody>
          <a:bodyPr anchor="b"/>
          <a:lstStyle>
            <a:lvl1pPr algn="l">
              <a:defRPr sz="3013" b="1"/>
            </a:lvl1pPr>
          </a:lstStyle>
          <a:p>
            <a:r>
              <a:rPr lang="pt-BR"/>
              <a:t>Clique para editar o título mestre</a:t>
            </a:r>
          </a:p>
        </p:txBody>
      </p:sp>
      <p:sp>
        <p:nvSpPr>
          <p:cNvPr id="3" name="Espaço Reservado para Imagem 2"/>
          <p:cNvSpPr>
            <a:spLocks noGrp="1"/>
          </p:cNvSpPr>
          <p:nvPr>
            <p:ph type="pic" idx="1"/>
          </p:nvPr>
        </p:nvSpPr>
        <p:spPr>
          <a:xfrm>
            <a:off x="1344216" y="885120"/>
            <a:ext cx="4114800" cy="5943600"/>
          </a:xfrm>
        </p:spPr>
        <p:txBody>
          <a:bodyPr/>
          <a:lstStyle>
            <a:lvl1pPr marL="0" indent="0">
              <a:buNone/>
              <a:defRPr sz="4847"/>
            </a:lvl1pPr>
            <a:lvl2pPr marL="683254" indent="0">
              <a:buNone/>
              <a:defRPr sz="4192"/>
            </a:lvl2pPr>
            <a:lvl3pPr marL="1366508" indent="0">
              <a:buNone/>
              <a:defRPr sz="3537"/>
            </a:lvl3pPr>
            <a:lvl4pPr marL="2049761" indent="0">
              <a:buNone/>
              <a:defRPr sz="3013"/>
            </a:lvl4pPr>
            <a:lvl5pPr marL="2733015" indent="0">
              <a:buNone/>
              <a:defRPr sz="3013"/>
            </a:lvl5pPr>
            <a:lvl6pPr marL="3416269" indent="0">
              <a:buNone/>
              <a:defRPr sz="3013"/>
            </a:lvl6pPr>
            <a:lvl7pPr marL="4099523" indent="0">
              <a:buNone/>
              <a:defRPr sz="3013"/>
            </a:lvl7pPr>
            <a:lvl8pPr marL="4782777" indent="0">
              <a:buNone/>
              <a:defRPr sz="3013"/>
            </a:lvl8pPr>
            <a:lvl9pPr marL="5466031" indent="0">
              <a:buNone/>
              <a:defRPr sz="3013"/>
            </a:lvl9pPr>
          </a:lstStyle>
          <a:p>
            <a:endParaRPr lang="pt-BR"/>
          </a:p>
        </p:txBody>
      </p:sp>
      <p:sp>
        <p:nvSpPr>
          <p:cNvPr id="4" name="Espaço Reservado para Texto 3"/>
          <p:cNvSpPr>
            <a:spLocks noGrp="1"/>
          </p:cNvSpPr>
          <p:nvPr>
            <p:ph type="body" sz="half" idx="2"/>
          </p:nvPr>
        </p:nvSpPr>
        <p:spPr>
          <a:xfrm>
            <a:off x="1344216" y="7752821"/>
            <a:ext cx="4114800" cy="1162579"/>
          </a:xfrm>
        </p:spPr>
        <p:txBody>
          <a:bodyPr/>
          <a:lstStyle>
            <a:lvl1pPr marL="0" indent="0">
              <a:buNone/>
              <a:defRPr sz="2096"/>
            </a:lvl1pPr>
            <a:lvl2pPr marL="683254" indent="0">
              <a:buNone/>
              <a:defRPr sz="1834"/>
            </a:lvl2pPr>
            <a:lvl3pPr marL="1366508" indent="0">
              <a:buNone/>
              <a:defRPr sz="1441"/>
            </a:lvl3pPr>
            <a:lvl4pPr marL="2049761" indent="0">
              <a:buNone/>
              <a:defRPr sz="1310"/>
            </a:lvl4pPr>
            <a:lvl5pPr marL="2733015" indent="0">
              <a:buNone/>
              <a:defRPr sz="1310"/>
            </a:lvl5pPr>
            <a:lvl6pPr marL="3416269" indent="0">
              <a:buNone/>
              <a:defRPr sz="1310"/>
            </a:lvl6pPr>
            <a:lvl7pPr marL="4099523" indent="0">
              <a:buNone/>
              <a:defRPr sz="1310"/>
            </a:lvl7pPr>
            <a:lvl8pPr marL="4782777" indent="0">
              <a:buNone/>
              <a:defRPr sz="1310"/>
            </a:lvl8pPr>
            <a:lvl9pPr marL="5466031" indent="0">
              <a:buNone/>
              <a:defRPr sz="1310"/>
            </a:lvl9pPr>
          </a:lstStyle>
          <a:p>
            <a:pPr lvl="0"/>
            <a:r>
              <a:rPr lang="pt-BR"/>
              <a:t>Clique para editar o texto mestre</a:t>
            </a:r>
          </a:p>
        </p:txBody>
      </p:sp>
      <p:sp>
        <p:nvSpPr>
          <p:cNvPr id="5" name="Espaço Reservado para Data 4"/>
          <p:cNvSpPr>
            <a:spLocks noGrp="1"/>
          </p:cNvSpPr>
          <p:nvPr>
            <p:ph type="dt" sz="half" idx="10"/>
          </p:nvPr>
        </p:nvSpPr>
        <p:spPr/>
        <p:txBody>
          <a:bodyPr/>
          <a:lstStyle/>
          <a:p>
            <a:fld id="{880EC5B0-C529-45C5-8187-D18054ED49EE}" type="datetime1">
              <a:rPr lang="pt-BR" smtClean="0"/>
              <a:t>16/03/2022</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8443C3AA-155B-424C-A795-F84970B6BA25}" type="slidenum">
              <a:rPr lang="pt-BR" smtClean="0"/>
              <a:t>‹nº›</a:t>
            </a:fld>
            <a:endParaRPr lang="pt-BR"/>
          </a:p>
        </p:txBody>
      </p:sp>
    </p:spTree>
    <p:extLst>
      <p:ext uri="{BB962C8B-B14F-4D97-AF65-F5344CB8AC3E}">
        <p14:creationId xmlns:p14="http://schemas.microsoft.com/office/powerpoint/2010/main" val="7924267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p>
        </p:txBody>
      </p:sp>
      <p:sp>
        <p:nvSpPr>
          <p:cNvPr id="3" name="Espaço Reservado para Texto Vertical 2"/>
          <p:cNvSpPr>
            <a:spLocks noGrp="1"/>
          </p:cNvSpPr>
          <p:nvPr>
            <p:ph type="body" orient="vert" idx="1"/>
          </p:nvPr>
        </p:nvSpPr>
        <p:spPr/>
        <p:txBody>
          <a:bodyPr vert="eaVert"/>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p:cNvSpPr>
            <a:spLocks noGrp="1"/>
          </p:cNvSpPr>
          <p:nvPr>
            <p:ph type="dt" sz="half" idx="10"/>
          </p:nvPr>
        </p:nvSpPr>
        <p:spPr/>
        <p:txBody>
          <a:bodyPr/>
          <a:lstStyle/>
          <a:p>
            <a:fld id="{15DB8301-19F6-49C6-9F02-EA6B70895F07}" type="datetime1">
              <a:rPr lang="pt-BR" smtClean="0"/>
              <a:t>16/03/2022</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8443C3AA-155B-424C-A795-F84970B6BA25}" type="slidenum">
              <a:rPr lang="pt-BR" smtClean="0"/>
              <a:t>‹nº›</a:t>
            </a:fld>
            <a:endParaRPr lang="pt-BR"/>
          </a:p>
        </p:txBody>
      </p:sp>
    </p:spTree>
    <p:extLst>
      <p:ext uri="{BB962C8B-B14F-4D97-AF65-F5344CB8AC3E}">
        <p14:creationId xmlns:p14="http://schemas.microsoft.com/office/powerpoint/2010/main" val="23147010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e texto verticais">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4972050" y="396701"/>
            <a:ext cx="1543050" cy="8452203"/>
          </a:xfrm>
        </p:spPr>
        <p:txBody>
          <a:bodyPr vert="eaVert"/>
          <a:lstStyle/>
          <a:p>
            <a:r>
              <a:rPr lang="pt-BR"/>
              <a:t>Clique para editar o título mestre</a:t>
            </a:r>
          </a:p>
        </p:txBody>
      </p:sp>
      <p:sp>
        <p:nvSpPr>
          <p:cNvPr id="3" name="Espaço Reservado para Texto Vertical 2"/>
          <p:cNvSpPr>
            <a:spLocks noGrp="1"/>
          </p:cNvSpPr>
          <p:nvPr>
            <p:ph type="body" orient="vert" idx="1"/>
          </p:nvPr>
        </p:nvSpPr>
        <p:spPr>
          <a:xfrm>
            <a:off x="342900" y="396701"/>
            <a:ext cx="4514850" cy="8452203"/>
          </a:xfrm>
        </p:spPr>
        <p:txBody>
          <a:bodyPr vert="eaVert"/>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p:cNvSpPr>
            <a:spLocks noGrp="1"/>
          </p:cNvSpPr>
          <p:nvPr>
            <p:ph type="dt" sz="half" idx="10"/>
          </p:nvPr>
        </p:nvSpPr>
        <p:spPr/>
        <p:txBody>
          <a:bodyPr/>
          <a:lstStyle/>
          <a:p>
            <a:fld id="{E58C0016-1382-42F4-A486-D110CC0B9456}" type="datetime1">
              <a:rPr lang="pt-BR" smtClean="0"/>
              <a:t>16/03/2022</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8443C3AA-155B-424C-A795-F84970B6BA25}" type="slidenum">
              <a:rPr lang="pt-BR" smtClean="0"/>
              <a:t>‹nº›</a:t>
            </a:fld>
            <a:endParaRPr lang="pt-BR"/>
          </a:p>
        </p:txBody>
      </p:sp>
    </p:spTree>
    <p:extLst>
      <p:ext uri="{BB962C8B-B14F-4D97-AF65-F5344CB8AC3E}">
        <p14:creationId xmlns:p14="http://schemas.microsoft.com/office/powerpoint/2010/main" val="33641563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514350" y="3077282"/>
            <a:ext cx="5829300" cy="2123370"/>
          </a:xfrm>
        </p:spPr>
        <p:txBody>
          <a:bodyPr/>
          <a:lstStyle/>
          <a:p>
            <a:r>
              <a:rPr lang="pt-BR"/>
              <a:t>Clique para editar o título mestre</a:t>
            </a:r>
          </a:p>
        </p:txBody>
      </p:sp>
      <p:sp>
        <p:nvSpPr>
          <p:cNvPr id="3" name="Subtítulo 2"/>
          <p:cNvSpPr>
            <a:spLocks noGrp="1"/>
          </p:cNvSpPr>
          <p:nvPr>
            <p:ph type="subTitle" idx="1"/>
          </p:nvPr>
        </p:nvSpPr>
        <p:spPr>
          <a:xfrm>
            <a:off x="1028700" y="5613401"/>
            <a:ext cx="4800600" cy="2531534"/>
          </a:xfrm>
        </p:spPr>
        <p:txBody>
          <a:bodyPr/>
          <a:lstStyle>
            <a:lvl1pPr marL="0" indent="0" algn="ctr">
              <a:buNone/>
              <a:defRPr>
                <a:solidFill>
                  <a:schemeClr val="tx1">
                    <a:tint val="75000"/>
                  </a:schemeClr>
                </a:solidFill>
              </a:defRPr>
            </a:lvl1pPr>
            <a:lvl2pPr marL="683254" indent="0" algn="ctr">
              <a:buNone/>
              <a:defRPr>
                <a:solidFill>
                  <a:schemeClr val="tx1">
                    <a:tint val="75000"/>
                  </a:schemeClr>
                </a:solidFill>
              </a:defRPr>
            </a:lvl2pPr>
            <a:lvl3pPr marL="1366508" indent="0" algn="ctr">
              <a:buNone/>
              <a:defRPr>
                <a:solidFill>
                  <a:schemeClr val="tx1">
                    <a:tint val="75000"/>
                  </a:schemeClr>
                </a:solidFill>
              </a:defRPr>
            </a:lvl3pPr>
            <a:lvl4pPr marL="2049761" indent="0" algn="ctr">
              <a:buNone/>
              <a:defRPr>
                <a:solidFill>
                  <a:schemeClr val="tx1">
                    <a:tint val="75000"/>
                  </a:schemeClr>
                </a:solidFill>
              </a:defRPr>
            </a:lvl4pPr>
            <a:lvl5pPr marL="2733015" indent="0" algn="ctr">
              <a:buNone/>
              <a:defRPr>
                <a:solidFill>
                  <a:schemeClr val="tx1">
                    <a:tint val="75000"/>
                  </a:schemeClr>
                </a:solidFill>
              </a:defRPr>
            </a:lvl5pPr>
            <a:lvl6pPr marL="3416269" indent="0" algn="ctr">
              <a:buNone/>
              <a:defRPr>
                <a:solidFill>
                  <a:schemeClr val="tx1">
                    <a:tint val="75000"/>
                  </a:schemeClr>
                </a:solidFill>
              </a:defRPr>
            </a:lvl6pPr>
            <a:lvl7pPr marL="4099523" indent="0" algn="ctr">
              <a:buNone/>
              <a:defRPr>
                <a:solidFill>
                  <a:schemeClr val="tx1">
                    <a:tint val="75000"/>
                  </a:schemeClr>
                </a:solidFill>
              </a:defRPr>
            </a:lvl7pPr>
            <a:lvl8pPr marL="4782777" indent="0" algn="ctr">
              <a:buNone/>
              <a:defRPr>
                <a:solidFill>
                  <a:schemeClr val="tx1">
                    <a:tint val="75000"/>
                  </a:schemeClr>
                </a:solidFill>
              </a:defRPr>
            </a:lvl8pPr>
            <a:lvl9pPr marL="5466031" indent="0" algn="ctr">
              <a:buNone/>
              <a:defRPr>
                <a:solidFill>
                  <a:schemeClr val="tx1">
                    <a:tint val="75000"/>
                  </a:schemeClr>
                </a:solidFill>
              </a:defRPr>
            </a:lvl9pPr>
          </a:lstStyle>
          <a:p>
            <a:r>
              <a:rPr lang="pt-BR"/>
              <a:t>Clique para editar o estilo do subtítulo mestre</a:t>
            </a:r>
          </a:p>
        </p:txBody>
      </p:sp>
      <p:sp>
        <p:nvSpPr>
          <p:cNvPr id="4" name="Espaço Reservado para Data 3"/>
          <p:cNvSpPr>
            <a:spLocks noGrp="1"/>
          </p:cNvSpPr>
          <p:nvPr>
            <p:ph type="dt" sz="half" idx="10"/>
          </p:nvPr>
        </p:nvSpPr>
        <p:spPr/>
        <p:txBody>
          <a:bodyPr/>
          <a:lstStyle/>
          <a:p>
            <a:fld id="{4AD7A122-14BC-4870-B74C-82AB71BD4EFB}" type="datetimeFigureOut">
              <a:rPr lang="pt-BR" smtClean="0"/>
              <a:t>16/03/2022</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8443C3AA-155B-424C-A795-F84970B6BA25}" type="slidenum">
              <a:rPr lang="pt-BR" smtClean="0"/>
              <a:t>‹nº›</a:t>
            </a:fld>
            <a:endParaRPr lang="pt-BR"/>
          </a:p>
        </p:txBody>
      </p:sp>
    </p:spTree>
    <p:extLst>
      <p:ext uri="{BB962C8B-B14F-4D97-AF65-F5344CB8AC3E}">
        <p14:creationId xmlns:p14="http://schemas.microsoft.com/office/powerpoint/2010/main" val="424578372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p>
        </p:txBody>
      </p:sp>
      <p:sp>
        <p:nvSpPr>
          <p:cNvPr id="3" name="Espaço Reservado para Conteúdo 2"/>
          <p:cNvSpPr>
            <a:spLocks noGrp="1"/>
          </p:cNvSpPr>
          <p:nvPr>
            <p:ph idx="1"/>
          </p:nvPr>
        </p:nvSpPr>
        <p:spPr/>
        <p:txBody>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p:cNvSpPr>
            <a:spLocks noGrp="1"/>
          </p:cNvSpPr>
          <p:nvPr>
            <p:ph type="dt" sz="half" idx="10"/>
          </p:nvPr>
        </p:nvSpPr>
        <p:spPr/>
        <p:txBody>
          <a:bodyPr/>
          <a:lstStyle/>
          <a:p>
            <a:fld id="{4AD7A122-14BC-4870-B74C-82AB71BD4EFB}" type="datetimeFigureOut">
              <a:rPr lang="pt-BR" smtClean="0"/>
              <a:t>16/03/2022</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8443C3AA-155B-424C-A795-F84970B6BA25}" type="slidenum">
              <a:rPr lang="pt-BR" smtClean="0"/>
              <a:t>‹nº›</a:t>
            </a:fld>
            <a:endParaRPr lang="pt-BR"/>
          </a:p>
        </p:txBody>
      </p:sp>
    </p:spTree>
    <p:extLst>
      <p:ext uri="{BB962C8B-B14F-4D97-AF65-F5344CB8AC3E}">
        <p14:creationId xmlns:p14="http://schemas.microsoft.com/office/powerpoint/2010/main" val="53103166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p:cNvSpPr>
            <a:spLocks noGrp="1"/>
          </p:cNvSpPr>
          <p:nvPr>
            <p:ph type="title"/>
          </p:nvPr>
        </p:nvSpPr>
        <p:spPr>
          <a:xfrm>
            <a:off x="541735" y="6365523"/>
            <a:ext cx="5829300" cy="1967442"/>
          </a:xfrm>
        </p:spPr>
        <p:txBody>
          <a:bodyPr anchor="t"/>
          <a:lstStyle>
            <a:lvl1pPr algn="l">
              <a:defRPr sz="6026" b="1" cap="all"/>
            </a:lvl1pPr>
          </a:lstStyle>
          <a:p>
            <a:r>
              <a:rPr lang="pt-BR"/>
              <a:t>Clique para editar o título mestre</a:t>
            </a:r>
          </a:p>
        </p:txBody>
      </p:sp>
      <p:sp>
        <p:nvSpPr>
          <p:cNvPr id="3" name="Espaço Reservado para Texto 2"/>
          <p:cNvSpPr>
            <a:spLocks noGrp="1"/>
          </p:cNvSpPr>
          <p:nvPr>
            <p:ph type="body" idx="1"/>
          </p:nvPr>
        </p:nvSpPr>
        <p:spPr>
          <a:xfrm>
            <a:off x="541735" y="4198586"/>
            <a:ext cx="5829300" cy="2166937"/>
          </a:xfrm>
        </p:spPr>
        <p:txBody>
          <a:bodyPr anchor="b"/>
          <a:lstStyle>
            <a:lvl1pPr marL="0" indent="0">
              <a:buNone/>
              <a:defRPr sz="3013">
                <a:solidFill>
                  <a:schemeClr val="tx1">
                    <a:tint val="75000"/>
                  </a:schemeClr>
                </a:solidFill>
              </a:defRPr>
            </a:lvl1pPr>
            <a:lvl2pPr marL="683254" indent="0">
              <a:buNone/>
              <a:defRPr sz="2751">
                <a:solidFill>
                  <a:schemeClr val="tx1">
                    <a:tint val="75000"/>
                  </a:schemeClr>
                </a:solidFill>
              </a:defRPr>
            </a:lvl2pPr>
            <a:lvl3pPr marL="1366508" indent="0">
              <a:buNone/>
              <a:defRPr sz="2358">
                <a:solidFill>
                  <a:schemeClr val="tx1">
                    <a:tint val="75000"/>
                  </a:schemeClr>
                </a:solidFill>
              </a:defRPr>
            </a:lvl3pPr>
            <a:lvl4pPr marL="2049761" indent="0">
              <a:buNone/>
              <a:defRPr sz="2096">
                <a:solidFill>
                  <a:schemeClr val="tx1">
                    <a:tint val="75000"/>
                  </a:schemeClr>
                </a:solidFill>
              </a:defRPr>
            </a:lvl4pPr>
            <a:lvl5pPr marL="2733015" indent="0">
              <a:buNone/>
              <a:defRPr sz="2096">
                <a:solidFill>
                  <a:schemeClr val="tx1">
                    <a:tint val="75000"/>
                  </a:schemeClr>
                </a:solidFill>
              </a:defRPr>
            </a:lvl5pPr>
            <a:lvl6pPr marL="3416269" indent="0">
              <a:buNone/>
              <a:defRPr sz="2096">
                <a:solidFill>
                  <a:schemeClr val="tx1">
                    <a:tint val="75000"/>
                  </a:schemeClr>
                </a:solidFill>
              </a:defRPr>
            </a:lvl6pPr>
            <a:lvl7pPr marL="4099523" indent="0">
              <a:buNone/>
              <a:defRPr sz="2096">
                <a:solidFill>
                  <a:schemeClr val="tx1">
                    <a:tint val="75000"/>
                  </a:schemeClr>
                </a:solidFill>
              </a:defRPr>
            </a:lvl7pPr>
            <a:lvl8pPr marL="4782777" indent="0">
              <a:buNone/>
              <a:defRPr sz="2096">
                <a:solidFill>
                  <a:schemeClr val="tx1">
                    <a:tint val="75000"/>
                  </a:schemeClr>
                </a:solidFill>
              </a:defRPr>
            </a:lvl8pPr>
            <a:lvl9pPr marL="5466031" indent="0">
              <a:buNone/>
              <a:defRPr sz="2096">
                <a:solidFill>
                  <a:schemeClr val="tx1">
                    <a:tint val="75000"/>
                  </a:schemeClr>
                </a:solidFill>
              </a:defRPr>
            </a:lvl9pPr>
          </a:lstStyle>
          <a:p>
            <a:pPr lvl="0"/>
            <a:r>
              <a:rPr lang="pt-BR"/>
              <a:t>Clique para editar o texto mestre</a:t>
            </a:r>
          </a:p>
        </p:txBody>
      </p:sp>
      <p:sp>
        <p:nvSpPr>
          <p:cNvPr id="4" name="Espaço Reservado para Data 3"/>
          <p:cNvSpPr>
            <a:spLocks noGrp="1"/>
          </p:cNvSpPr>
          <p:nvPr>
            <p:ph type="dt" sz="half" idx="10"/>
          </p:nvPr>
        </p:nvSpPr>
        <p:spPr/>
        <p:txBody>
          <a:bodyPr/>
          <a:lstStyle/>
          <a:p>
            <a:fld id="{4AD7A122-14BC-4870-B74C-82AB71BD4EFB}" type="datetimeFigureOut">
              <a:rPr lang="pt-BR" smtClean="0"/>
              <a:t>16/03/2022</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8443C3AA-155B-424C-A795-F84970B6BA25}" type="slidenum">
              <a:rPr lang="pt-BR" smtClean="0"/>
              <a:t>‹nº›</a:t>
            </a:fld>
            <a:endParaRPr lang="pt-BR"/>
          </a:p>
        </p:txBody>
      </p:sp>
    </p:spTree>
    <p:extLst>
      <p:ext uri="{BB962C8B-B14F-4D97-AF65-F5344CB8AC3E}">
        <p14:creationId xmlns:p14="http://schemas.microsoft.com/office/powerpoint/2010/main" val="135886363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p>
        </p:txBody>
      </p:sp>
      <p:sp>
        <p:nvSpPr>
          <p:cNvPr id="3" name="Espaço Reservado para Conteúdo 2"/>
          <p:cNvSpPr>
            <a:spLocks noGrp="1"/>
          </p:cNvSpPr>
          <p:nvPr>
            <p:ph sz="half" idx="1"/>
          </p:nvPr>
        </p:nvSpPr>
        <p:spPr>
          <a:xfrm>
            <a:off x="342900" y="2311400"/>
            <a:ext cx="3028950" cy="6537502"/>
          </a:xfrm>
        </p:spPr>
        <p:txBody>
          <a:bodyPr/>
          <a:lstStyle>
            <a:lvl1pPr>
              <a:defRPr sz="4192"/>
            </a:lvl1pPr>
            <a:lvl2pPr>
              <a:defRPr sz="3537"/>
            </a:lvl2pPr>
            <a:lvl3pPr>
              <a:defRPr sz="3013"/>
            </a:lvl3pPr>
            <a:lvl4pPr>
              <a:defRPr sz="2751"/>
            </a:lvl4pPr>
            <a:lvl5pPr>
              <a:defRPr sz="2751"/>
            </a:lvl5pPr>
            <a:lvl6pPr>
              <a:defRPr sz="2751"/>
            </a:lvl6pPr>
            <a:lvl7pPr>
              <a:defRPr sz="2751"/>
            </a:lvl7pPr>
            <a:lvl8pPr>
              <a:defRPr sz="2751"/>
            </a:lvl8pPr>
            <a:lvl9pPr>
              <a:defRPr sz="2751"/>
            </a:lvl9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p:cNvSpPr>
            <a:spLocks noGrp="1"/>
          </p:cNvSpPr>
          <p:nvPr>
            <p:ph sz="half" idx="2"/>
          </p:nvPr>
        </p:nvSpPr>
        <p:spPr>
          <a:xfrm>
            <a:off x="3486150" y="2311400"/>
            <a:ext cx="3028950" cy="6537502"/>
          </a:xfrm>
        </p:spPr>
        <p:txBody>
          <a:bodyPr/>
          <a:lstStyle>
            <a:lvl1pPr>
              <a:defRPr sz="4192"/>
            </a:lvl1pPr>
            <a:lvl2pPr>
              <a:defRPr sz="3537"/>
            </a:lvl2pPr>
            <a:lvl3pPr>
              <a:defRPr sz="3013"/>
            </a:lvl3pPr>
            <a:lvl4pPr>
              <a:defRPr sz="2751"/>
            </a:lvl4pPr>
            <a:lvl5pPr>
              <a:defRPr sz="2751"/>
            </a:lvl5pPr>
            <a:lvl6pPr>
              <a:defRPr sz="2751"/>
            </a:lvl6pPr>
            <a:lvl7pPr>
              <a:defRPr sz="2751"/>
            </a:lvl7pPr>
            <a:lvl8pPr>
              <a:defRPr sz="2751"/>
            </a:lvl8pPr>
            <a:lvl9pPr>
              <a:defRPr sz="2751"/>
            </a:lvl9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Data 4"/>
          <p:cNvSpPr>
            <a:spLocks noGrp="1"/>
          </p:cNvSpPr>
          <p:nvPr>
            <p:ph type="dt" sz="half" idx="10"/>
          </p:nvPr>
        </p:nvSpPr>
        <p:spPr/>
        <p:txBody>
          <a:bodyPr/>
          <a:lstStyle/>
          <a:p>
            <a:fld id="{4AD7A122-14BC-4870-B74C-82AB71BD4EFB}" type="datetimeFigureOut">
              <a:rPr lang="pt-BR" smtClean="0"/>
              <a:t>16/03/2022</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8443C3AA-155B-424C-A795-F84970B6BA25}" type="slidenum">
              <a:rPr lang="pt-BR" smtClean="0"/>
              <a:t>‹nº›</a:t>
            </a:fld>
            <a:endParaRPr lang="pt-BR"/>
          </a:p>
        </p:txBody>
      </p:sp>
    </p:spTree>
    <p:extLst>
      <p:ext uri="{BB962C8B-B14F-4D97-AF65-F5344CB8AC3E}">
        <p14:creationId xmlns:p14="http://schemas.microsoft.com/office/powerpoint/2010/main" val="312016168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lvl1pPr>
              <a:defRPr/>
            </a:lvl1pPr>
          </a:lstStyle>
          <a:p>
            <a:r>
              <a:rPr lang="pt-BR"/>
              <a:t>Clique para editar o título mestre</a:t>
            </a:r>
          </a:p>
        </p:txBody>
      </p:sp>
      <p:sp>
        <p:nvSpPr>
          <p:cNvPr id="3" name="Espaço Reservado para Texto 2"/>
          <p:cNvSpPr>
            <a:spLocks noGrp="1"/>
          </p:cNvSpPr>
          <p:nvPr>
            <p:ph type="body" idx="1"/>
          </p:nvPr>
        </p:nvSpPr>
        <p:spPr>
          <a:xfrm>
            <a:off x="342900" y="2217386"/>
            <a:ext cx="3030141" cy="924100"/>
          </a:xfrm>
        </p:spPr>
        <p:txBody>
          <a:bodyPr anchor="b"/>
          <a:lstStyle>
            <a:lvl1pPr marL="0" indent="0">
              <a:buNone/>
              <a:defRPr sz="3537" b="1"/>
            </a:lvl1pPr>
            <a:lvl2pPr marL="683254" indent="0">
              <a:buNone/>
              <a:defRPr sz="3013" b="1"/>
            </a:lvl2pPr>
            <a:lvl3pPr marL="1366508" indent="0">
              <a:buNone/>
              <a:defRPr sz="2751" b="1"/>
            </a:lvl3pPr>
            <a:lvl4pPr marL="2049761" indent="0">
              <a:buNone/>
              <a:defRPr sz="2358" b="1"/>
            </a:lvl4pPr>
            <a:lvl5pPr marL="2733015" indent="0">
              <a:buNone/>
              <a:defRPr sz="2358" b="1"/>
            </a:lvl5pPr>
            <a:lvl6pPr marL="3416269" indent="0">
              <a:buNone/>
              <a:defRPr sz="2358" b="1"/>
            </a:lvl6pPr>
            <a:lvl7pPr marL="4099523" indent="0">
              <a:buNone/>
              <a:defRPr sz="2358" b="1"/>
            </a:lvl7pPr>
            <a:lvl8pPr marL="4782777" indent="0">
              <a:buNone/>
              <a:defRPr sz="2358" b="1"/>
            </a:lvl8pPr>
            <a:lvl9pPr marL="5466031" indent="0">
              <a:buNone/>
              <a:defRPr sz="2358" b="1"/>
            </a:lvl9pPr>
          </a:lstStyle>
          <a:p>
            <a:pPr lvl="0"/>
            <a:r>
              <a:rPr lang="pt-BR"/>
              <a:t>Clique para editar o texto mestre</a:t>
            </a:r>
          </a:p>
        </p:txBody>
      </p:sp>
      <p:sp>
        <p:nvSpPr>
          <p:cNvPr id="4" name="Espaço Reservado para Conteúdo 3"/>
          <p:cNvSpPr>
            <a:spLocks noGrp="1"/>
          </p:cNvSpPr>
          <p:nvPr>
            <p:ph sz="half" idx="2"/>
          </p:nvPr>
        </p:nvSpPr>
        <p:spPr>
          <a:xfrm>
            <a:off x="342900" y="3141487"/>
            <a:ext cx="3030141" cy="5707416"/>
          </a:xfrm>
        </p:spPr>
        <p:txBody>
          <a:bodyPr/>
          <a:lstStyle>
            <a:lvl1pPr>
              <a:defRPr sz="3537"/>
            </a:lvl1pPr>
            <a:lvl2pPr>
              <a:defRPr sz="3013"/>
            </a:lvl2pPr>
            <a:lvl3pPr>
              <a:defRPr sz="2751"/>
            </a:lvl3pPr>
            <a:lvl4pPr>
              <a:defRPr sz="2358"/>
            </a:lvl4pPr>
            <a:lvl5pPr>
              <a:defRPr sz="2358"/>
            </a:lvl5pPr>
            <a:lvl6pPr>
              <a:defRPr sz="2358"/>
            </a:lvl6pPr>
            <a:lvl7pPr>
              <a:defRPr sz="2358"/>
            </a:lvl7pPr>
            <a:lvl8pPr>
              <a:defRPr sz="2358"/>
            </a:lvl8pPr>
            <a:lvl9pPr>
              <a:defRPr sz="2358"/>
            </a:lvl9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Texto 4"/>
          <p:cNvSpPr>
            <a:spLocks noGrp="1"/>
          </p:cNvSpPr>
          <p:nvPr>
            <p:ph type="body" sz="quarter" idx="3"/>
          </p:nvPr>
        </p:nvSpPr>
        <p:spPr>
          <a:xfrm>
            <a:off x="3483769" y="2217386"/>
            <a:ext cx="3031331" cy="924100"/>
          </a:xfrm>
        </p:spPr>
        <p:txBody>
          <a:bodyPr anchor="b"/>
          <a:lstStyle>
            <a:lvl1pPr marL="0" indent="0">
              <a:buNone/>
              <a:defRPr sz="3537" b="1"/>
            </a:lvl1pPr>
            <a:lvl2pPr marL="683254" indent="0">
              <a:buNone/>
              <a:defRPr sz="3013" b="1"/>
            </a:lvl2pPr>
            <a:lvl3pPr marL="1366508" indent="0">
              <a:buNone/>
              <a:defRPr sz="2751" b="1"/>
            </a:lvl3pPr>
            <a:lvl4pPr marL="2049761" indent="0">
              <a:buNone/>
              <a:defRPr sz="2358" b="1"/>
            </a:lvl4pPr>
            <a:lvl5pPr marL="2733015" indent="0">
              <a:buNone/>
              <a:defRPr sz="2358" b="1"/>
            </a:lvl5pPr>
            <a:lvl6pPr marL="3416269" indent="0">
              <a:buNone/>
              <a:defRPr sz="2358" b="1"/>
            </a:lvl6pPr>
            <a:lvl7pPr marL="4099523" indent="0">
              <a:buNone/>
              <a:defRPr sz="2358" b="1"/>
            </a:lvl7pPr>
            <a:lvl8pPr marL="4782777" indent="0">
              <a:buNone/>
              <a:defRPr sz="2358" b="1"/>
            </a:lvl8pPr>
            <a:lvl9pPr marL="5466031" indent="0">
              <a:buNone/>
              <a:defRPr sz="2358" b="1"/>
            </a:lvl9pPr>
          </a:lstStyle>
          <a:p>
            <a:pPr lvl="0"/>
            <a:r>
              <a:rPr lang="pt-BR"/>
              <a:t>Clique para editar o texto mestre</a:t>
            </a:r>
          </a:p>
        </p:txBody>
      </p:sp>
      <p:sp>
        <p:nvSpPr>
          <p:cNvPr id="6" name="Espaço Reservado para Conteúdo 5"/>
          <p:cNvSpPr>
            <a:spLocks noGrp="1"/>
          </p:cNvSpPr>
          <p:nvPr>
            <p:ph sz="quarter" idx="4"/>
          </p:nvPr>
        </p:nvSpPr>
        <p:spPr>
          <a:xfrm>
            <a:off x="3483769" y="3141487"/>
            <a:ext cx="3031331" cy="5707416"/>
          </a:xfrm>
        </p:spPr>
        <p:txBody>
          <a:bodyPr/>
          <a:lstStyle>
            <a:lvl1pPr>
              <a:defRPr sz="3537"/>
            </a:lvl1pPr>
            <a:lvl2pPr>
              <a:defRPr sz="3013"/>
            </a:lvl2pPr>
            <a:lvl3pPr>
              <a:defRPr sz="2751"/>
            </a:lvl3pPr>
            <a:lvl4pPr>
              <a:defRPr sz="2358"/>
            </a:lvl4pPr>
            <a:lvl5pPr>
              <a:defRPr sz="2358"/>
            </a:lvl5pPr>
            <a:lvl6pPr>
              <a:defRPr sz="2358"/>
            </a:lvl6pPr>
            <a:lvl7pPr>
              <a:defRPr sz="2358"/>
            </a:lvl7pPr>
            <a:lvl8pPr>
              <a:defRPr sz="2358"/>
            </a:lvl8pPr>
            <a:lvl9pPr>
              <a:defRPr sz="2358"/>
            </a:lvl9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7" name="Espaço Reservado para Data 6"/>
          <p:cNvSpPr>
            <a:spLocks noGrp="1"/>
          </p:cNvSpPr>
          <p:nvPr>
            <p:ph type="dt" sz="half" idx="10"/>
          </p:nvPr>
        </p:nvSpPr>
        <p:spPr/>
        <p:txBody>
          <a:bodyPr/>
          <a:lstStyle/>
          <a:p>
            <a:fld id="{4AD7A122-14BC-4870-B74C-82AB71BD4EFB}" type="datetimeFigureOut">
              <a:rPr lang="pt-BR" smtClean="0"/>
              <a:t>16/03/2022</a:t>
            </a:fld>
            <a:endParaRPr lang="pt-BR"/>
          </a:p>
        </p:txBody>
      </p:sp>
      <p:sp>
        <p:nvSpPr>
          <p:cNvPr id="8" name="Espaço Reservado para Rodapé 7"/>
          <p:cNvSpPr>
            <a:spLocks noGrp="1"/>
          </p:cNvSpPr>
          <p:nvPr>
            <p:ph type="ftr" sz="quarter" idx="11"/>
          </p:nvPr>
        </p:nvSpPr>
        <p:spPr/>
        <p:txBody>
          <a:bodyPr/>
          <a:lstStyle/>
          <a:p>
            <a:endParaRPr lang="pt-BR"/>
          </a:p>
        </p:txBody>
      </p:sp>
      <p:sp>
        <p:nvSpPr>
          <p:cNvPr id="9" name="Espaço Reservado para Número de Slide 8"/>
          <p:cNvSpPr>
            <a:spLocks noGrp="1"/>
          </p:cNvSpPr>
          <p:nvPr>
            <p:ph type="sldNum" sz="quarter" idx="12"/>
          </p:nvPr>
        </p:nvSpPr>
        <p:spPr/>
        <p:txBody>
          <a:bodyPr/>
          <a:lstStyle/>
          <a:p>
            <a:fld id="{8443C3AA-155B-424C-A795-F84970B6BA25}" type="slidenum">
              <a:rPr lang="pt-BR" smtClean="0"/>
              <a:t>‹nº›</a:t>
            </a:fld>
            <a:endParaRPr lang="pt-BR"/>
          </a:p>
        </p:txBody>
      </p:sp>
    </p:spTree>
    <p:extLst>
      <p:ext uri="{BB962C8B-B14F-4D97-AF65-F5344CB8AC3E}">
        <p14:creationId xmlns:p14="http://schemas.microsoft.com/office/powerpoint/2010/main" val="265714671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p>
        </p:txBody>
      </p:sp>
      <p:sp>
        <p:nvSpPr>
          <p:cNvPr id="3" name="Espaço Reservado para Data 2"/>
          <p:cNvSpPr>
            <a:spLocks noGrp="1"/>
          </p:cNvSpPr>
          <p:nvPr>
            <p:ph type="dt" sz="half" idx="10"/>
          </p:nvPr>
        </p:nvSpPr>
        <p:spPr/>
        <p:txBody>
          <a:bodyPr/>
          <a:lstStyle/>
          <a:p>
            <a:fld id="{4AD7A122-14BC-4870-B74C-82AB71BD4EFB}" type="datetimeFigureOut">
              <a:rPr lang="pt-BR" smtClean="0"/>
              <a:t>16/03/2022</a:t>
            </a:fld>
            <a:endParaRPr lang="pt-BR"/>
          </a:p>
        </p:txBody>
      </p:sp>
      <p:sp>
        <p:nvSpPr>
          <p:cNvPr id="4" name="Espaço Reservado para Rodapé 3"/>
          <p:cNvSpPr>
            <a:spLocks noGrp="1"/>
          </p:cNvSpPr>
          <p:nvPr>
            <p:ph type="ftr" sz="quarter" idx="11"/>
          </p:nvPr>
        </p:nvSpPr>
        <p:spPr/>
        <p:txBody>
          <a:bodyPr/>
          <a:lstStyle/>
          <a:p>
            <a:endParaRPr lang="pt-BR"/>
          </a:p>
        </p:txBody>
      </p:sp>
      <p:sp>
        <p:nvSpPr>
          <p:cNvPr id="5" name="Espaço Reservado para Número de Slide 4"/>
          <p:cNvSpPr>
            <a:spLocks noGrp="1"/>
          </p:cNvSpPr>
          <p:nvPr>
            <p:ph type="sldNum" sz="quarter" idx="12"/>
          </p:nvPr>
        </p:nvSpPr>
        <p:spPr/>
        <p:txBody>
          <a:bodyPr/>
          <a:lstStyle/>
          <a:p>
            <a:fld id="{8443C3AA-155B-424C-A795-F84970B6BA25}" type="slidenum">
              <a:rPr lang="pt-BR" smtClean="0"/>
              <a:t>‹nº›</a:t>
            </a:fld>
            <a:endParaRPr lang="pt-BR"/>
          </a:p>
        </p:txBody>
      </p:sp>
    </p:spTree>
    <p:extLst>
      <p:ext uri="{BB962C8B-B14F-4D97-AF65-F5344CB8AC3E}">
        <p14:creationId xmlns:p14="http://schemas.microsoft.com/office/powerpoint/2010/main" val="298370252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4AD7A122-14BC-4870-B74C-82AB71BD4EFB}" type="datetimeFigureOut">
              <a:rPr lang="pt-BR" smtClean="0"/>
              <a:t>16/03/2022</a:t>
            </a:fld>
            <a:endParaRPr lang="pt-BR"/>
          </a:p>
        </p:txBody>
      </p:sp>
      <p:sp>
        <p:nvSpPr>
          <p:cNvPr id="3" name="Espaço Reservado para Rodapé 2"/>
          <p:cNvSpPr>
            <a:spLocks noGrp="1"/>
          </p:cNvSpPr>
          <p:nvPr>
            <p:ph type="ftr" sz="quarter" idx="11"/>
          </p:nvPr>
        </p:nvSpPr>
        <p:spPr/>
        <p:txBody>
          <a:bodyPr/>
          <a:lstStyle/>
          <a:p>
            <a:endParaRPr lang="pt-BR"/>
          </a:p>
        </p:txBody>
      </p:sp>
      <p:sp>
        <p:nvSpPr>
          <p:cNvPr id="4" name="Espaço Reservado para Número de Slide 3"/>
          <p:cNvSpPr>
            <a:spLocks noGrp="1"/>
          </p:cNvSpPr>
          <p:nvPr>
            <p:ph type="sldNum" sz="quarter" idx="12"/>
          </p:nvPr>
        </p:nvSpPr>
        <p:spPr/>
        <p:txBody>
          <a:bodyPr/>
          <a:lstStyle/>
          <a:p>
            <a:fld id="{8443C3AA-155B-424C-A795-F84970B6BA25}" type="slidenum">
              <a:rPr lang="pt-BR" smtClean="0"/>
              <a:t>‹nº›</a:t>
            </a:fld>
            <a:endParaRPr lang="pt-BR"/>
          </a:p>
        </p:txBody>
      </p:sp>
    </p:spTree>
    <p:extLst>
      <p:ext uri="{BB962C8B-B14F-4D97-AF65-F5344CB8AC3E}">
        <p14:creationId xmlns:p14="http://schemas.microsoft.com/office/powerpoint/2010/main" val="279021503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342901" y="394405"/>
            <a:ext cx="2256235" cy="1678517"/>
          </a:xfrm>
        </p:spPr>
        <p:txBody>
          <a:bodyPr anchor="b"/>
          <a:lstStyle>
            <a:lvl1pPr algn="l">
              <a:defRPr sz="3013" b="1"/>
            </a:lvl1pPr>
          </a:lstStyle>
          <a:p>
            <a:r>
              <a:rPr lang="pt-BR"/>
              <a:t>Clique para editar o título mestre</a:t>
            </a:r>
          </a:p>
        </p:txBody>
      </p:sp>
      <p:sp>
        <p:nvSpPr>
          <p:cNvPr id="3" name="Espaço Reservado para Conteúdo 2"/>
          <p:cNvSpPr>
            <a:spLocks noGrp="1"/>
          </p:cNvSpPr>
          <p:nvPr>
            <p:ph idx="1"/>
          </p:nvPr>
        </p:nvSpPr>
        <p:spPr>
          <a:xfrm>
            <a:off x="2681287" y="394406"/>
            <a:ext cx="3833813" cy="8454496"/>
          </a:xfrm>
        </p:spPr>
        <p:txBody>
          <a:bodyPr/>
          <a:lstStyle>
            <a:lvl1pPr>
              <a:defRPr sz="4847"/>
            </a:lvl1pPr>
            <a:lvl2pPr>
              <a:defRPr sz="4192"/>
            </a:lvl2pPr>
            <a:lvl3pPr>
              <a:defRPr sz="3537"/>
            </a:lvl3pPr>
            <a:lvl4pPr>
              <a:defRPr sz="3013"/>
            </a:lvl4pPr>
            <a:lvl5pPr>
              <a:defRPr sz="3013"/>
            </a:lvl5pPr>
            <a:lvl6pPr>
              <a:defRPr sz="3013"/>
            </a:lvl6pPr>
            <a:lvl7pPr>
              <a:defRPr sz="3013"/>
            </a:lvl7pPr>
            <a:lvl8pPr>
              <a:defRPr sz="3013"/>
            </a:lvl8pPr>
            <a:lvl9pPr>
              <a:defRPr sz="3013"/>
            </a:lvl9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Texto 3"/>
          <p:cNvSpPr>
            <a:spLocks noGrp="1"/>
          </p:cNvSpPr>
          <p:nvPr>
            <p:ph type="body" sz="half" idx="2"/>
          </p:nvPr>
        </p:nvSpPr>
        <p:spPr>
          <a:xfrm>
            <a:off x="342901" y="2072923"/>
            <a:ext cx="2256235" cy="6775979"/>
          </a:xfrm>
        </p:spPr>
        <p:txBody>
          <a:bodyPr/>
          <a:lstStyle>
            <a:lvl1pPr marL="0" indent="0">
              <a:buNone/>
              <a:defRPr sz="2096"/>
            </a:lvl1pPr>
            <a:lvl2pPr marL="683254" indent="0">
              <a:buNone/>
              <a:defRPr sz="1834"/>
            </a:lvl2pPr>
            <a:lvl3pPr marL="1366508" indent="0">
              <a:buNone/>
              <a:defRPr sz="1441"/>
            </a:lvl3pPr>
            <a:lvl4pPr marL="2049761" indent="0">
              <a:buNone/>
              <a:defRPr sz="1310"/>
            </a:lvl4pPr>
            <a:lvl5pPr marL="2733015" indent="0">
              <a:buNone/>
              <a:defRPr sz="1310"/>
            </a:lvl5pPr>
            <a:lvl6pPr marL="3416269" indent="0">
              <a:buNone/>
              <a:defRPr sz="1310"/>
            </a:lvl6pPr>
            <a:lvl7pPr marL="4099523" indent="0">
              <a:buNone/>
              <a:defRPr sz="1310"/>
            </a:lvl7pPr>
            <a:lvl8pPr marL="4782777" indent="0">
              <a:buNone/>
              <a:defRPr sz="1310"/>
            </a:lvl8pPr>
            <a:lvl9pPr marL="5466031" indent="0">
              <a:buNone/>
              <a:defRPr sz="1310"/>
            </a:lvl9pPr>
          </a:lstStyle>
          <a:p>
            <a:pPr lvl="0"/>
            <a:r>
              <a:rPr lang="pt-BR"/>
              <a:t>Clique para editar o texto mestre</a:t>
            </a:r>
          </a:p>
        </p:txBody>
      </p:sp>
      <p:sp>
        <p:nvSpPr>
          <p:cNvPr id="5" name="Espaço Reservado para Data 4"/>
          <p:cNvSpPr>
            <a:spLocks noGrp="1"/>
          </p:cNvSpPr>
          <p:nvPr>
            <p:ph type="dt" sz="half" idx="10"/>
          </p:nvPr>
        </p:nvSpPr>
        <p:spPr/>
        <p:txBody>
          <a:bodyPr/>
          <a:lstStyle/>
          <a:p>
            <a:fld id="{4AD7A122-14BC-4870-B74C-82AB71BD4EFB}" type="datetimeFigureOut">
              <a:rPr lang="pt-BR" smtClean="0"/>
              <a:t>16/03/2022</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8443C3AA-155B-424C-A795-F84970B6BA25}" type="slidenum">
              <a:rPr lang="pt-BR" smtClean="0"/>
              <a:t>‹nº›</a:t>
            </a:fld>
            <a:endParaRPr lang="pt-BR"/>
          </a:p>
        </p:txBody>
      </p:sp>
    </p:spTree>
    <p:extLst>
      <p:ext uri="{BB962C8B-B14F-4D97-AF65-F5344CB8AC3E}">
        <p14:creationId xmlns:p14="http://schemas.microsoft.com/office/powerpoint/2010/main" val="246530663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1344216" y="6934200"/>
            <a:ext cx="4114800" cy="818622"/>
          </a:xfrm>
        </p:spPr>
        <p:txBody>
          <a:bodyPr anchor="b"/>
          <a:lstStyle>
            <a:lvl1pPr algn="l">
              <a:defRPr sz="3013" b="1"/>
            </a:lvl1pPr>
          </a:lstStyle>
          <a:p>
            <a:r>
              <a:rPr lang="pt-BR"/>
              <a:t>Clique para editar o título mestre</a:t>
            </a:r>
          </a:p>
        </p:txBody>
      </p:sp>
      <p:sp>
        <p:nvSpPr>
          <p:cNvPr id="3" name="Espaço Reservado para Imagem 2"/>
          <p:cNvSpPr>
            <a:spLocks noGrp="1"/>
          </p:cNvSpPr>
          <p:nvPr>
            <p:ph type="pic" idx="1"/>
          </p:nvPr>
        </p:nvSpPr>
        <p:spPr>
          <a:xfrm>
            <a:off x="1344216" y="885120"/>
            <a:ext cx="4114800" cy="5943600"/>
          </a:xfrm>
        </p:spPr>
        <p:txBody>
          <a:bodyPr/>
          <a:lstStyle>
            <a:lvl1pPr marL="0" indent="0">
              <a:buNone/>
              <a:defRPr sz="4847"/>
            </a:lvl1pPr>
            <a:lvl2pPr marL="683254" indent="0">
              <a:buNone/>
              <a:defRPr sz="4192"/>
            </a:lvl2pPr>
            <a:lvl3pPr marL="1366508" indent="0">
              <a:buNone/>
              <a:defRPr sz="3537"/>
            </a:lvl3pPr>
            <a:lvl4pPr marL="2049761" indent="0">
              <a:buNone/>
              <a:defRPr sz="3013"/>
            </a:lvl4pPr>
            <a:lvl5pPr marL="2733015" indent="0">
              <a:buNone/>
              <a:defRPr sz="3013"/>
            </a:lvl5pPr>
            <a:lvl6pPr marL="3416269" indent="0">
              <a:buNone/>
              <a:defRPr sz="3013"/>
            </a:lvl6pPr>
            <a:lvl7pPr marL="4099523" indent="0">
              <a:buNone/>
              <a:defRPr sz="3013"/>
            </a:lvl7pPr>
            <a:lvl8pPr marL="4782777" indent="0">
              <a:buNone/>
              <a:defRPr sz="3013"/>
            </a:lvl8pPr>
            <a:lvl9pPr marL="5466031" indent="0">
              <a:buNone/>
              <a:defRPr sz="3013"/>
            </a:lvl9pPr>
          </a:lstStyle>
          <a:p>
            <a:endParaRPr lang="pt-BR"/>
          </a:p>
        </p:txBody>
      </p:sp>
      <p:sp>
        <p:nvSpPr>
          <p:cNvPr id="4" name="Espaço Reservado para Texto 3"/>
          <p:cNvSpPr>
            <a:spLocks noGrp="1"/>
          </p:cNvSpPr>
          <p:nvPr>
            <p:ph type="body" sz="half" idx="2"/>
          </p:nvPr>
        </p:nvSpPr>
        <p:spPr>
          <a:xfrm>
            <a:off x="1344216" y="7752821"/>
            <a:ext cx="4114800" cy="1162579"/>
          </a:xfrm>
        </p:spPr>
        <p:txBody>
          <a:bodyPr/>
          <a:lstStyle>
            <a:lvl1pPr marL="0" indent="0">
              <a:buNone/>
              <a:defRPr sz="2096"/>
            </a:lvl1pPr>
            <a:lvl2pPr marL="683254" indent="0">
              <a:buNone/>
              <a:defRPr sz="1834"/>
            </a:lvl2pPr>
            <a:lvl3pPr marL="1366508" indent="0">
              <a:buNone/>
              <a:defRPr sz="1441"/>
            </a:lvl3pPr>
            <a:lvl4pPr marL="2049761" indent="0">
              <a:buNone/>
              <a:defRPr sz="1310"/>
            </a:lvl4pPr>
            <a:lvl5pPr marL="2733015" indent="0">
              <a:buNone/>
              <a:defRPr sz="1310"/>
            </a:lvl5pPr>
            <a:lvl6pPr marL="3416269" indent="0">
              <a:buNone/>
              <a:defRPr sz="1310"/>
            </a:lvl6pPr>
            <a:lvl7pPr marL="4099523" indent="0">
              <a:buNone/>
              <a:defRPr sz="1310"/>
            </a:lvl7pPr>
            <a:lvl8pPr marL="4782777" indent="0">
              <a:buNone/>
              <a:defRPr sz="1310"/>
            </a:lvl8pPr>
            <a:lvl9pPr marL="5466031" indent="0">
              <a:buNone/>
              <a:defRPr sz="1310"/>
            </a:lvl9pPr>
          </a:lstStyle>
          <a:p>
            <a:pPr lvl="0"/>
            <a:r>
              <a:rPr lang="pt-BR"/>
              <a:t>Clique para editar o texto mestre</a:t>
            </a:r>
          </a:p>
        </p:txBody>
      </p:sp>
      <p:sp>
        <p:nvSpPr>
          <p:cNvPr id="5" name="Espaço Reservado para Data 4"/>
          <p:cNvSpPr>
            <a:spLocks noGrp="1"/>
          </p:cNvSpPr>
          <p:nvPr>
            <p:ph type="dt" sz="half" idx="10"/>
          </p:nvPr>
        </p:nvSpPr>
        <p:spPr/>
        <p:txBody>
          <a:bodyPr/>
          <a:lstStyle/>
          <a:p>
            <a:fld id="{4AD7A122-14BC-4870-B74C-82AB71BD4EFB}" type="datetimeFigureOut">
              <a:rPr lang="pt-BR" smtClean="0"/>
              <a:t>16/03/2022</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8443C3AA-155B-424C-A795-F84970B6BA25}" type="slidenum">
              <a:rPr lang="pt-BR" smtClean="0"/>
              <a:t>‹nº›</a:t>
            </a:fld>
            <a:endParaRPr lang="pt-BR"/>
          </a:p>
        </p:txBody>
      </p:sp>
    </p:spTree>
    <p:extLst>
      <p:ext uri="{BB962C8B-B14F-4D97-AF65-F5344CB8AC3E}">
        <p14:creationId xmlns:p14="http://schemas.microsoft.com/office/powerpoint/2010/main" val="422312516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p>
        </p:txBody>
      </p:sp>
      <p:sp>
        <p:nvSpPr>
          <p:cNvPr id="3" name="Espaço Reservado para Texto Vertical 2"/>
          <p:cNvSpPr>
            <a:spLocks noGrp="1"/>
          </p:cNvSpPr>
          <p:nvPr>
            <p:ph type="body" orient="vert" idx="1"/>
          </p:nvPr>
        </p:nvSpPr>
        <p:spPr/>
        <p:txBody>
          <a:bodyPr vert="eaVert"/>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p:cNvSpPr>
            <a:spLocks noGrp="1"/>
          </p:cNvSpPr>
          <p:nvPr>
            <p:ph type="dt" sz="half" idx="10"/>
          </p:nvPr>
        </p:nvSpPr>
        <p:spPr/>
        <p:txBody>
          <a:bodyPr/>
          <a:lstStyle/>
          <a:p>
            <a:fld id="{4AD7A122-14BC-4870-B74C-82AB71BD4EFB}" type="datetimeFigureOut">
              <a:rPr lang="pt-BR" smtClean="0"/>
              <a:t>16/03/2022</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8443C3AA-155B-424C-A795-F84970B6BA25}" type="slidenum">
              <a:rPr lang="pt-BR" smtClean="0"/>
              <a:t>‹nº›</a:t>
            </a:fld>
            <a:endParaRPr lang="pt-BR"/>
          </a:p>
        </p:txBody>
      </p:sp>
    </p:spTree>
    <p:extLst>
      <p:ext uri="{BB962C8B-B14F-4D97-AF65-F5344CB8AC3E}">
        <p14:creationId xmlns:p14="http://schemas.microsoft.com/office/powerpoint/2010/main" val="366156157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Título e texto verticais">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4972050" y="396701"/>
            <a:ext cx="1543050" cy="8452203"/>
          </a:xfrm>
        </p:spPr>
        <p:txBody>
          <a:bodyPr vert="eaVert"/>
          <a:lstStyle/>
          <a:p>
            <a:r>
              <a:rPr lang="pt-BR"/>
              <a:t>Clique para editar o título mestre</a:t>
            </a:r>
          </a:p>
        </p:txBody>
      </p:sp>
      <p:sp>
        <p:nvSpPr>
          <p:cNvPr id="3" name="Espaço Reservado para Texto Vertical 2"/>
          <p:cNvSpPr>
            <a:spLocks noGrp="1"/>
          </p:cNvSpPr>
          <p:nvPr>
            <p:ph type="body" orient="vert" idx="1"/>
          </p:nvPr>
        </p:nvSpPr>
        <p:spPr>
          <a:xfrm>
            <a:off x="342900" y="396701"/>
            <a:ext cx="4514850" cy="8452203"/>
          </a:xfrm>
        </p:spPr>
        <p:txBody>
          <a:bodyPr vert="eaVert"/>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p:cNvSpPr>
            <a:spLocks noGrp="1"/>
          </p:cNvSpPr>
          <p:nvPr>
            <p:ph type="dt" sz="half" idx="10"/>
          </p:nvPr>
        </p:nvSpPr>
        <p:spPr/>
        <p:txBody>
          <a:bodyPr/>
          <a:lstStyle/>
          <a:p>
            <a:fld id="{4AD7A122-14BC-4870-B74C-82AB71BD4EFB}" type="datetimeFigureOut">
              <a:rPr lang="pt-BR" smtClean="0"/>
              <a:t>16/03/2022</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8443C3AA-155B-424C-A795-F84970B6BA25}" type="slidenum">
              <a:rPr lang="pt-BR" smtClean="0"/>
              <a:t>‹nº›</a:t>
            </a:fld>
            <a:endParaRPr lang="pt-BR"/>
          </a:p>
        </p:txBody>
      </p:sp>
    </p:spTree>
    <p:extLst>
      <p:ext uri="{BB962C8B-B14F-4D97-AF65-F5344CB8AC3E}">
        <p14:creationId xmlns:p14="http://schemas.microsoft.com/office/powerpoint/2010/main" val="13275369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Título 1"/>
          <p:cNvSpPr>
            <a:spLocks noGrp="1"/>
          </p:cNvSpPr>
          <p:nvPr>
            <p:ph type="title"/>
          </p:nvPr>
        </p:nvSpPr>
        <p:spPr>
          <a:xfrm>
            <a:off x="342900" y="396700"/>
            <a:ext cx="6172200" cy="1651001"/>
          </a:xfrm>
          <a:prstGeom prst="rect">
            <a:avLst/>
          </a:prstGeom>
        </p:spPr>
        <p:txBody>
          <a:bodyPr vert="horz" lIns="104306" tIns="52153" rIns="104306" bIns="52153" rtlCol="0" anchor="ctr">
            <a:normAutofit/>
          </a:bodyPr>
          <a:lstStyle/>
          <a:p>
            <a:r>
              <a:rPr lang="pt-BR"/>
              <a:t>Clique para editar o título mestre</a:t>
            </a:r>
          </a:p>
        </p:txBody>
      </p:sp>
      <p:sp>
        <p:nvSpPr>
          <p:cNvPr id="3" name="Espaço Reservado para Texto 2"/>
          <p:cNvSpPr>
            <a:spLocks noGrp="1"/>
          </p:cNvSpPr>
          <p:nvPr>
            <p:ph type="body" idx="1"/>
          </p:nvPr>
        </p:nvSpPr>
        <p:spPr>
          <a:xfrm>
            <a:off x="342900" y="2311400"/>
            <a:ext cx="6172200" cy="6537502"/>
          </a:xfrm>
          <a:prstGeom prst="rect">
            <a:avLst/>
          </a:prstGeom>
        </p:spPr>
        <p:txBody>
          <a:bodyPr vert="horz" lIns="104306" tIns="52153" rIns="104306" bIns="52153" rtlCol="0">
            <a:normAutofit/>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p:cNvSpPr>
            <a:spLocks noGrp="1"/>
          </p:cNvSpPr>
          <p:nvPr>
            <p:ph type="dt" sz="half" idx="2"/>
          </p:nvPr>
        </p:nvSpPr>
        <p:spPr>
          <a:xfrm>
            <a:off x="342900" y="9181396"/>
            <a:ext cx="1600200" cy="527402"/>
          </a:xfrm>
          <a:prstGeom prst="rect">
            <a:avLst/>
          </a:prstGeom>
        </p:spPr>
        <p:txBody>
          <a:bodyPr vert="horz" lIns="104306" tIns="52153" rIns="104306" bIns="52153" rtlCol="0" anchor="ctr"/>
          <a:lstStyle>
            <a:lvl1pPr algn="l">
              <a:defRPr sz="1834">
                <a:solidFill>
                  <a:schemeClr val="tx1">
                    <a:tint val="75000"/>
                  </a:schemeClr>
                </a:solidFill>
              </a:defRPr>
            </a:lvl1pPr>
          </a:lstStyle>
          <a:p>
            <a:fld id="{D71D3B16-BA37-4540-B7FD-29529CECC0E0}" type="datetime1">
              <a:rPr lang="pt-BR" smtClean="0"/>
              <a:t>16/03/2022</a:t>
            </a:fld>
            <a:endParaRPr lang="pt-BR"/>
          </a:p>
        </p:txBody>
      </p:sp>
      <p:sp>
        <p:nvSpPr>
          <p:cNvPr id="5" name="Espaço Reservado para Rodapé 4"/>
          <p:cNvSpPr>
            <a:spLocks noGrp="1"/>
          </p:cNvSpPr>
          <p:nvPr>
            <p:ph type="ftr" sz="quarter" idx="3"/>
          </p:nvPr>
        </p:nvSpPr>
        <p:spPr>
          <a:xfrm>
            <a:off x="2343151" y="9181396"/>
            <a:ext cx="2171700" cy="527402"/>
          </a:xfrm>
          <a:prstGeom prst="rect">
            <a:avLst/>
          </a:prstGeom>
        </p:spPr>
        <p:txBody>
          <a:bodyPr vert="horz" lIns="104306" tIns="52153" rIns="104306" bIns="52153" rtlCol="0" anchor="ctr"/>
          <a:lstStyle>
            <a:lvl1pPr algn="ctr">
              <a:defRPr sz="1834">
                <a:solidFill>
                  <a:schemeClr val="tx1">
                    <a:tint val="75000"/>
                  </a:schemeClr>
                </a:solidFill>
              </a:defRPr>
            </a:lvl1pPr>
          </a:lstStyle>
          <a:p>
            <a:endParaRPr lang="pt-BR"/>
          </a:p>
        </p:txBody>
      </p:sp>
      <p:sp>
        <p:nvSpPr>
          <p:cNvPr id="6" name="Espaço Reservado para Número de Slide 5"/>
          <p:cNvSpPr>
            <a:spLocks noGrp="1"/>
          </p:cNvSpPr>
          <p:nvPr>
            <p:ph type="sldNum" sz="quarter" idx="4"/>
          </p:nvPr>
        </p:nvSpPr>
        <p:spPr>
          <a:xfrm>
            <a:off x="4914900" y="9181396"/>
            <a:ext cx="1600200" cy="527402"/>
          </a:xfrm>
          <a:prstGeom prst="rect">
            <a:avLst/>
          </a:prstGeom>
        </p:spPr>
        <p:txBody>
          <a:bodyPr vert="horz" lIns="104306" tIns="52153" rIns="104306" bIns="52153" rtlCol="0" anchor="ctr"/>
          <a:lstStyle>
            <a:lvl1pPr algn="r">
              <a:defRPr sz="1834">
                <a:solidFill>
                  <a:schemeClr val="tx1">
                    <a:tint val="75000"/>
                  </a:schemeClr>
                </a:solidFill>
              </a:defRPr>
            </a:lvl1pPr>
          </a:lstStyle>
          <a:p>
            <a:fld id="{8443C3AA-155B-424C-A795-F84970B6BA25}" type="slidenum">
              <a:rPr lang="pt-BR" smtClean="0"/>
              <a:t>‹nº›</a:t>
            </a:fld>
            <a:endParaRPr lang="pt-BR"/>
          </a:p>
        </p:txBody>
      </p:sp>
    </p:spTree>
    <p:extLst>
      <p:ext uri="{BB962C8B-B14F-4D97-AF65-F5344CB8AC3E}">
        <p14:creationId xmlns:p14="http://schemas.microsoft.com/office/powerpoint/2010/main" val="210515651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1366508" rtl="0" eaLnBrk="1" latinLnBrk="0" hangingPunct="1">
        <a:spcBef>
          <a:spcPct val="0"/>
        </a:spcBef>
        <a:buNone/>
        <a:defRPr sz="6551" kern="1200">
          <a:solidFill>
            <a:schemeClr val="tx1"/>
          </a:solidFill>
          <a:latin typeface="+mj-lt"/>
          <a:ea typeface="+mj-ea"/>
          <a:cs typeface="+mj-cs"/>
        </a:defRPr>
      </a:lvl1pPr>
    </p:titleStyle>
    <p:bodyStyle>
      <a:lvl1pPr marL="512440" indent="-512440" algn="l" defTabSz="1366508" rtl="0" eaLnBrk="1" latinLnBrk="0" hangingPunct="1">
        <a:spcBef>
          <a:spcPct val="20000"/>
        </a:spcBef>
        <a:buFont typeface="Arial" panose="020B0604020202020204" pitchFamily="34" charset="0"/>
        <a:buChar char="•"/>
        <a:defRPr sz="4847" kern="1200">
          <a:solidFill>
            <a:schemeClr val="tx1"/>
          </a:solidFill>
          <a:latin typeface="+mn-lt"/>
          <a:ea typeface="+mn-ea"/>
          <a:cs typeface="+mn-cs"/>
        </a:defRPr>
      </a:lvl1pPr>
      <a:lvl2pPr marL="1110287" indent="-427034" algn="l" defTabSz="1366508" rtl="0" eaLnBrk="1" latinLnBrk="0" hangingPunct="1">
        <a:spcBef>
          <a:spcPct val="20000"/>
        </a:spcBef>
        <a:buFont typeface="Arial" panose="020B0604020202020204" pitchFamily="34" charset="0"/>
        <a:buChar char="–"/>
        <a:defRPr sz="4192" kern="1200">
          <a:solidFill>
            <a:schemeClr val="tx1"/>
          </a:solidFill>
          <a:latin typeface="+mn-lt"/>
          <a:ea typeface="+mn-ea"/>
          <a:cs typeface="+mn-cs"/>
        </a:defRPr>
      </a:lvl2pPr>
      <a:lvl3pPr marL="1708135" indent="-341627" algn="l" defTabSz="1366508" rtl="0" eaLnBrk="1" latinLnBrk="0" hangingPunct="1">
        <a:spcBef>
          <a:spcPct val="20000"/>
        </a:spcBef>
        <a:buFont typeface="Arial" panose="020B0604020202020204" pitchFamily="34" charset="0"/>
        <a:buChar char="•"/>
        <a:defRPr sz="3537" kern="1200">
          <a:solidFill>
            <a:schemeClr val="tx1"/>
          </a:solidFill>
          <a:latin typeface="+mn-lt"/>
          <a:ea typeface="+mn-ea"/>
          <a:cs typeface="+mn-cs"/>
        </a:defRPr>
      </a:lvl3pPr>
      <a:lvl4pPr marL="2391388" indent="-341627" algn="l" defTabSz="1366508" rtl="0" eaLnBrk="1" latinLnBrk="0" hangingPunct="1">
        <a:spcBef>
          <a:spcPct val="20000"/>
        </a:spcBef>
        <a:buFont typeface="Arial" panose="020B0604020202020204" pitchFamily="34" charset="0"/>
        <a:buChar char="–"/>
        <a:defRPr sz="3013" kern="1200">
          <a:solidFill>
            <a:schemeClr val="tx1"/>
          </a:solidFill>
          <a:latin typeface="+mn-lt"/>
          <a:ea typeface="+mn-ea"/>
          <a:cs typeface="+mn-cs"/>
        </a:defRPr>
      </a:lvl4pPr>
      <a:lvl5pPr marL="3074642" indent="-341627" algn="l" defTabSz="1366508" rtl="0" eaLnBrk="1" latinLnBrk="0" hangingPunct="1">
        <a:spcBef>
          <a:spcPct val="20000"/>
        </a:spcBef>
        <a:buFont typeface="Arial" panose="020B0604020202020204" pitchFamily="34" charset="0"/>
        <a:buChar char="»"/>
        <a:defRPr sz="3013" kern="1200">
          <a:solidFill>
            <a:schemeClr val="tx1"/>
          </a:solidFill>
          <a:latin typeface="+mn-lt"/>
          <a:ea typeface="+mn-ea"/>
          <a:cs typeface="+mn-cs"/>
        </a:defRPr>
      </a:lvl5pPr>
      <a:lvl6pPr marL="3757896" indent="-341627" algn="l" defTabSz="1366508" rtl="0" eaLnBrk="1" latinLnBrk="0" hangingPunct="1">
        <a:spcBef>
          <a:spcPct val="20000"/>
        </a:spcBef>
        <a:buFont typeface="Arial" panose="020B0604020202020204" pitchFamily="34" charset="0"/>
        <a:buChar char="•"/>
        <a:defRPr sz="3013" kern="1200">
          <a:solidFill>
            <a:schemeClr val="tx1"/>
          </a:solidFill>
          <a:latin typeface="+mn-lt"/>
          <a:ea typeface="+mn-ea"/>
          <a:cs typeface="+mn-cs"/>
        </a:defRPr>
      </a:lvl6pPr>
      <a:lvl7pPr marL="4441150" indent="-341627" algn="l" defTabSz="1366508" rtl="0" eaLnBrk="1" latinLnBrk="0" hangingPunct="1">
        <a:spcBef>
          <a:spcPct val="20000"/>
        </a:spcBef>
        <a:buFont typeface="Arial" panose="020B0604020202020204" pitchFamily="34" charset="0"/>
        <a:buChar char="•"/>
        <a:defRPr sz="3013" kern="1200">
          <a:solidFill>
            <a:schemeClr val="tx1"/>
          </a:solidFill>
          <a:latin typeface="+mn-lt"/>
          <a:ea typeface="+mn-ea"/>
          <a:cs typeface="+mn-cs"/>
        </a:defRPr>
      </a:lvl7pPr>
      <a:lvl8pPr marL="5124404" indent="-341627" algn="l" defTabSz="1366508" rtl="0" eaLnBrk="1" latinLnBrk="0" hangingPunct="1">
        <a:spcBef>
          <a:spcPct val="20000"/>
        </a:spcBef>
        <a:buFont typeface="Arial" panose="020B0604020202020204" pitchFamily="34" charset="0"/>
        <a:buChar char="•"/>
        <a:defRPr sz="3013" kern="1200">
          <a:solidFill>
            <a:schemeClr val="tx1"/>
          </a:solidFill>
          <a:latin typeface="+mn-lt"/>
          <a:ea typeface="+mn-ea"/>
          <a:cs typeface="+mn-cs"/>
        </a:defRPr>
      </a:lvl8pPr>
      <a:lvl9pPr marL="5807658" indent="-341627" algn="l" defTabSz="1366508" rtl="0" eaLnBrk="1" latinLnBrk="0" hangingPunct="1">
        <a:spcBef>
          <a:spcPct val="20000"/>
        </a:spcBef>
        <a:buFont typeface="Arial" panose="020B0604020202020204" pitchFamily="34" charset="0"/>
        <a:buChar char="•"/>
        <a:defRPr sz="3013" kern="1200">
          <a:solidFill>
            <a:schemeClr val="tx1"/>
          </a:solidFill>
          <a:latin typeface="+mn-lt"/>
          <a:ea typeface="+mn-ea"/>
          <a:cs typeface="+mn-cs"/>
        </a:defRPr>
      </a:lvl9pPr>
    </p:bodyStyle>
    <p:otherStyle>
      <a:defPPr>
        <a:defRPr lang="pt-BR"/>
      </a:defPPr>
      <a:lvl1pPr marL="0" algn="l" defTabSz="1366508" rtl="0" eaLnBrk="1" latinLnBrk="0" hangingPunct="1">
        <a:defRPr sz="2751" kern="1200">
          <a:solidFill>
            <a:schemeClr val="tx1"/>
          </a:solidFill>
          <a:latin typeface="+mn-lt"/>
          <a:ea typeface="+mn-ea"/>
          <a:cs typeface="+mn-cs"/>
        </a:defRPr>
      </a:lvl1pPr>
      <a:lvl2pPr marL="683254" algn="l" defTabSz="1366508" rtl="0" eaLnBrk="1" latinLnBrk="0" hangingPunct="1">
        <a:defRPr sz="2751" kern="1200">
          <a:solidFill>
            <a:schemeClr val="tx1"/>
          </a:solidFill>
          <a:latin typeface="+mn-lt"/>
          <a:ea typeface="+mn-ea"/>
          <a:cs typeface="+mn-cs"/>
        </a:defRPr>
      </a:lvl2pPr>
      <a:lvl3pPr marL="1366508" algn="l" defTabSz="1366508" rtl="0" eaLnBrk="1" latinLnBrk="0" hangingPunct="1">
        <a:defRPr sz="2751" kern="1200">
          <a:solidFill>
            <a:schemeClr val="tx1"/>
          </a:solidFill>
          <a:latin typeface="+mn-lt"/>
          <a:ea typeface="+mn-ea"/>
          <a:cs typeface="+mn-cs"/>
        </a:defRPr>
      </a:lvl3pPr>
      <a:lvl4pPr marL="2049761" algn="l" defTabSz="1366508" rtl="0" eaLnBrk="1" latinLnBrk="0" hangingPunct="1">
        <a:defRPr sz="2751" kern="1200">
          <a:solidFill>
            <a:schemeClr val="tx1"/>
          </a:solidFill>
          <a:latin typeface="+mn-lt"/>
          <a:ea typeface="+mn-ea"/>
          <a:cs typeface="+mn-cs"/>
        </a:defRPr>
      </a:lvl4pPr>
      <a:lvl5pPr marL="2733015" algn="l" defTabSz="1366508" rtl="0" eaLnBrk="1" latinLnBrk="0" hangingPunct="1">
        <a:defRPr sz="2751" kern="1200">
          <a:solidFill>
            <a:schemeClr val="tx1"/>
          </a:solidFill>
          <a:latin typeface="+mn-lt"/>
          <a:ea typeface="+mn-ea"/>
          <a:cs typeface="+mn-cs"/>
        </a:defRPr>
      </a:lvl5pPr>
      <a:lvl6pPr marL="3416269" algn="l" defTabSz="1366508" rtl="0" eaLnBrk="1" latinLnBrk="0" hangingPunct="1">
        <a:defRPr sz="2751" kern="1200">
          <a:solidFill>
            <a:schemeClr val="tx1"/>
          </a:solidFill>
          <a:latin typeface="+mn-lt"/>
          <a:ea typeface="+mn-ea"/>
          <a:cs typeface="+mn-cs"/>
        </a:defRPr>
      </a:lvl6pPr>
      <a:lvl7pPr marL="4099523" algn="l" defTabSz="1366508" rtl="0" eaLnBrk="1" latinLnBrk="0" hangingPunct="1">
        <a:defRPr sz="2751" kern="1200">
          <a:solidFill>
            <a:schemeClr val="tx1"/>
          </a:solidFill>
          <a:latin typeface="+mn-lt"/>
          <a:ea typeface="+mn-ea"/>
          <a:cs typeface="+mn-cs"/>
        </a:defRPr>
      </a:lvl7pPr>
      <a:lvl8pPr marL="4782777" algn="l" defTabSz="1366508" rtl="0" eaLnBrk="1" latinLnBrk="0" hangingPunct="1">
        <a:defRPr sz="2751" kern="1200">
          <a:solidFill>
            <a:schemeClr val="tx1"/>
          </a:solidFill>
          <a:latin typeface="+mn-lt"/>
          <a:ea typeface="+mn-ea"/>
          <a:cs typeface="+mn-cs"/>
        </a:defRPr>
      </a:lvl8pPr>
      <a:lvl9pPr marL="5466031" algn="l" defTabSz="1366508" rtl="0" eaLnBrk="1" latinLnBrk="0" hangingPunct="1">
        <a:defRPr sz="2751"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Título 1"/>
          <p:cNvSpPr>
            <a:spLocks noGrp="1"/>
          </p:cNvSpPr>
          <p:nvPr>
            <p:ph type="title"/>
          </p:nvPr>
        </p:nvSpPr>
        <p:spPr>
          <a:xfrm>
            <a:off x="342900" y="396700"/>
            <a:ext cx="6172200" cy="1651001"/>
          </a:xfrm>
          <a:prstGeom prst="rect">
            <a:avLst/>
          </a:prstGeom>
        </p:spPr>
        <p:txBody>
          <a:bodyPr vert="horz" lIns="104306" tIns="52153" rIns="104306" bIns="52153" rtlCol="0" anchor="ctr">
            <a:normAutofit/>
          </a:bodyPr>
          <a:lstStyle/>
          <a:p>
            <a:r>
              <a:rPr lang="pt-BR"/>
              <a:t>Clique para editar o título mestre</a:t>
            </a:r>
          </a:p>
        </p:txBody>
      </p:sp>
      <p:sp>
        <p:nvSpPr>
          <p:cNvPr id="3" name="Espaço Reservado para Texto 2"/>
          <p:cNvSpPr>
            <a:spLocks noGrp="1"/>
          </p:cNvSpPr>
          <p:nvPr>
            <p:ph type="body" idx="1"/>
          </p:nvPr>
        </p:nvSpPr>
        <p:spPr>
          <a:xfrm>
            <a:off x="342900" y="2311400"/>
            <a:ext cx="6172200" cy="6537502"/>
          </a:xfrm>
          <a:prstGeom prst="rect">
            <a:avLst/>
          </a:prstGeom>
        </p:spPr>
        <p:txBody>
          <a:bodyPr vert="horz" lIns="104306" tIns="52153" rIns="104306" bIns="52153" rtlCol="0">
            <a:normAutofit/>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p:cNvSpPr>
            <a:spLocks noGrp="1"/>
          </p:cNvSpPr>
          <p:nvPr>
            <p:ph type="dt" sz="half" idx="2"/>
          </p:nvPr>
        </p:nvSpPr>
        <p:spPr>
          <a:xfrm>
            <a:off x="342900" y="9181396"/>
            <a:ext cx="1600200" cy="527402"/>
          </a:xfrm>
          <a:prstGeom prst="rect">
            <a:avLst/>
          </a:prstGeom>
        </p:spPr>
        <p:txBody>
          <a:bodyPr vert="horz" lIns="104306" tIns="52153" rIns="104306" bIns="52153" rtlCol="0" anchor="ctr"/>
          <a:lstStyle>
            <a:lvl1pPr algn="l">
              <a:defRPr sz="1834">
                <a:solidFill>
                  <a:schemeClr val="tx1">
                    <a:tint val="75000"/>
                  </a:schemeClr>
                </a:solidFill>
              </a:defRPr>
            </a:lvl1pPr>
          </a:lstStyle>
          <a:p>
            <a:fld id="{4AD7A122-14BC-4870-B74C-82AB71BD4EFB}" type="datetimeFigureOut">
              <a:rPr lang="pt-BR" smtClean="0"/>
              <a:t>16/03/2022</a:t>
            </a:fld>
            <a:endParaRPr lang="pt-BR"/>
          </a:p>
        </p:txBody>
      </p:sp>
      <p:sp>
        <p:nvSpPr>
          <p:cNvPr id="5" name="Espaço Reservado para Rodapé 4"/>
          <p:cNvSpPr>
            <a:spLocks noGrp="1"/>
          </p:cNvSpPr>
          <p:nvPr>
            <p:ph type="ftr" sz="quarter" idx="3"/>
          </p:nvPr>
        </p:nvSpPr>
        <p:spPr>
          <a:xfrm>
            <a:off x="2343151" y="9181396"/>
            <a:ext cx="2171700" cy="527402"/>
          </a:xfrm>
          <a:prstGeom prst="rect">
            <a:avLst/>
          </a:prstGeom>
        </p:spPr>
        <p:txBody>
          <a:bodyPr vert="horz" lIns="104306" tIns="52153" rIns="104306" bIns="52153" rtlCol="0" anchor="ctr"/>
          <a:lstStyle>
            <a:lvl1pPr algn="ctr">
              <a:defRPr sz="1834">
                <a:solidFill>
                  <a:schemeClr val="tx1">
                    <a:tint val="75000"/>
                  </a:schemeClr>
                </a:solidFill>
              </a:defRPr>
            </a:lvl1pPr>
          </a:lstStyle>
          <a:p>
            <a:endParaRPr lang="pt-BR"/>
          </a:p>
        </p:txBody>
      </p:sp>
      <p:sp>
        <p:nvSpPr>
          <p:cNvPr id="6" name="Espaço Reservado para Número de Slide 5"/>
          <p:cNvSpPr>
            <a:spLocks noGrp="1"/>
          </p:cNvSpPr>
          <p:nvPr>
            <p:ph type="sldNum" sz="quarter" idx="4"/>
          </p:nvPr>
        </p:nvSpPr>
        <p:spPr>
          <a:xfrm>
            <a:off x="4914900" y="9181396"/>
            <a:ext cx="1600200" cy="527402"/>
          </a:xfrm>
          <a:prstGeom prst="rect">
            <a:avLst/>
          </a:prstGeom>
        </p:spPr>
        <p:txBody>
          <a:bodyPr vert="horz" lIns="104306" tIns="52153" rIns="104306" bIns="52153" rtlCol="0" anchor="ctr"/>
          <a:lstStyle>
            <a:lvl1pPr algn="r">
              <a:defRPr sz="1834">
                <a:solidFill>
                  <a:schemeClr val="tx1">
                    <a:tint val="75000"/>
                  </a:schemeClr>
                </a:solidFill>
              </a:defRPr>
            </a:lvl1pPr>
          </a:lstStyle>
          <a:p>
            <a:fld id="{8443C3AA-155B-424C-A795-F84970B6BA25}" type="slidenum">
              <a:rPr lang="pt-BR" smtClean="0"/>
              <a:t>‹nº›</a:t>
            </a:fld>
            <a:endParaRPr lang="pt-BR"/>
          </a:p>
        </p:txBody>
      </p:sp>
    </p:spTree>
    <p:extLst>
      <p:ext uri="{BB962C8B-B14F-4D97-AF65-F5344CB8AC3E}">
        <p14:creationId xmlns:p14="http://schemas.microsoft.com/office/powerpoint/2010/main" val="294834193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1366508" rtl="0" eaLnBrk="1" latinLnBrk="0" hangingPunct="1">
        <a:spcBef>
          <a:spcPct val="0"/>
        </a:spcBef>
        <a:buNone/>
        <a:defRPr sz="6551" kern="1200">
          <a:solidFill>
            <a:schemeClr val="tx1"/>
          </a:solidFill>
          <a:latin typeface="+mj-lt"/>
          <a:ea typeface="+mj-ea"/>
          <a:cs typeface="+mj-cs"/>
        </a:defRPr>
      </a:lvl1pPr>
    </p:titleStyle>
    <p:bodyStyle>
      <a:lvl1pPr marL="512440" indent="-512440" algn="l" defTabSz="1366508" rtl="0" eaLnBrk="1" latinLnBrk="0" hangingPunct="1">
        <a:spcBef>
          <a:spcPct val="20000"/>
        </a:spcBef>
        <a:buFont typeface="Arial" panose="020B0604020202020204" pitchFamily="34" charset="0"/>
        <a:buChar char="•"/>
        <a:defRPr sz="4847" kern="1200">
          <a:solidFill>
            <a:schemeClr val="tx1"/>
          </a:solidFill>
          <a:latin typeface="+mn-lt"/>
          <a:ea typeface="+mn-ea"/>
          <a:cs typeface="+mn-cs"/>
        </a:defRPr>
      </a:lvl1pPr>
      <a:lvl2pPr marL="1110287" indent="-427034" algn="l" defTabSz="1366508" rtl="0" eaLnBrk="1" latinLnBrk="0" hangingPunct="1">
        <a:spcBef>
          <a:spcPct val="20000"/>
        </a:spcBef>
        <a:buFont typeface="Arial" panose="020B0604020202020204" pitchFamily="34" charset="0"/>
        <a:buChar char="–"/>
        <a:defRPr sz="4192" kern="1200">
          <a:solidFill>
            <a:schemeClr val="tx1"/>
          </a:solidFill>
          <a:latin typeface="+mn-lt"/>
          <a:ea typeface="+mn-ea"/>
          <a:cs typeface="+mn-cs"/>
        </a:defRPr>
      </a:lvl2pPr>
      <a:lvl3pPr marL="1708135" indent="-341627" algn="l" defTabSz="1366508" rtl="0" eaLnBrk="1" latinLnBrk="0" hangingPunct="1">
        <a:spcBef>
          <a:spcPct val="20000"/>
        </a:spcBef>
        <a:buFont typeface="Arial" panose="020B0604020202020204" pitchFamily="34" charset="0"/>
        <a:buChar char="•"/>
        <a:defRPr sz="3537" kern="1200">
          <a:solidFill>
            <a:schemeClr val="tx1"/>
          </a:solidFill>
          <a:latin typeface="+mn-lt"/>
          <a:ea typeface="+mn-ea"/>
          <a:cs typeface="+mn-cs"/>
        </a:defRPr>
      </a:lvl3pPr>
      <a:lvl4pPr marL="2391388" indent="-341627" algn="l" defTabSz="1366508" rtl="0" eaLnBrk="1" latinLnBrk="0" hangingPunct="1">
        <a:spcBef>
          <a:spcPct val="20000"/>
        </a:spcBef>
        <a:buFont typeface="Arial" panose="020B0604020202020204" pitchFamily="34" charset="0"/>
        <a:buChar char="–"/>
        <a:defRPr sz="3013" kern="1200">
          <a:solidFill>
            <a:schemeClr val="tx1"/>
          </a:solidFill>
          <a:latin typeface="+mn-lt"/>
          <a:ea typeface="+mn-ea"/>
          <a:cs typeface="+mn-cs"/>
        </a:defRPr>
      </a:lvl4pPr>
      <a:lvl5pPr marL="3074642" indent="-341627" algn="l" defTabSz="1366508" rtl="0" eaLnBrk="1" latinLnBrk="0" hangingPunct="1">
        <a:spcBef>
          <a:spcPct val="20000"/>
        </a:spcBef>
        <a:buFont typeface="Arial" panose="020B0604020202020204" pitchFamily="34" charset="0"/>
        <a:buChar char="»"/>
        <a:defRPr sz="3013" kern="1200">
          <a:solidFill>
            <a:schemeClr val="tx1"/>
          </a:solidFill>
          <a:latin typeface="+mn-lt"/>
          <a:ea typeface="+mn-ea"/>
          <a:cs typeface="+mn-cs"/>
        </a:defRPr>
      </a:lvl5pPr>
      <a:lvl6pPr marL="3757896" indent="-341627" algn="l" defTabSz="1366508" rtl="0" eaLnBrk="1" latinLnBrk="0" hangingPunct="1">
        <a:spcBef>
          <a:spcPct val="20000"/>
        </a:spcBef>
        <a:buFont typeface="Arial" panose="020B0604020202020204" pitchFamily="34" charset="0"/>
        <a:buChar char="•"/>
        <a:defRPr sz="3013" kern="1200">
          <a:solidFill>
            <a:schemeClr val="tx1"/>
          </a:solidFill>
          <a:latin typeface="+mn-lt"/>
          <a:ea typeface="+mn-ea"/>
          <a:cs typeface="+mn-cs"/>
        </a:defRPr>
      </a:lvl6pPr>
      <a:lvl7pPr marL="4441150" indent="-341627" algn="l" defTabSz="1366508" rtl="0" eaLnBrk="1" latinLnBrk="0" hangingPunct="1">
        <a:spcBef>
          <a:spcPct val="20000"/>
        </a:spcBef>
        <a:buFont typeface="Arial" panose="020B0604020202020204" pitchFamily="34" charset="0"/>
        <a:buChar char="•"/>
        <a:defRPr sz="3013" kern="1200">
          <a:solidFill>
            <a:schemeClr val="tx1"/>
          </a:solidFill>
          <a:latin typeface="+mn-lt"/>
          <a:ea typeface="+mn-ea"/>
          <a:cs typeface="+mn-cs"/>
        </a:defRPr>
      </a:lvl7pPr>
      <a:lvl8pPr marL="5124404" indent="-341627" algn="l" defTabSz="1366508" rtl="0" eaLnBrk="1" latinLnBrk="0" hangingPunct="1">
        <a:spcBef>
          <a:spcPct val="20000"/>
        </a:spcBef>
        <a:buFont typeface="Arial" panose="020B0604020202020204" pitchFamily="34" charset="0"/>
        <a:buChar char="•"/>
        <a:defRPr sz="3013" kern="1200">
          <a:solidFill>
            <a:schemeClr val="tx1"/>
          </a:solidFill>
          <a:latin typeface="+mn-lt"/>
          <a:ea typeface="+mn-ea"/>
          <a:cs typeface="+mn-cs"/>
        </a:defRPr>
      </a:lvl8pPr>
      <a:lvl9pPr marL="5807658" indent="-341627" algn="l" defTabSz="1366508" rtl="0" eaLnBrk="1" latinLnBrk="0" hangingPunct="1">
        <a:spcBef>
          <a:spcPct val="20000"/>
        </a:spcBef>
        <a:buFont typeface="Arial" panose="020B0604020202020204" pitchFamily="34" charset="0"/>
        <a:buChar char="•"/>
        <a:defRPr sz="3013" kern="1200">
          <a:solidFill>
            <a:schemeClr val="tx1"/>
          </a:solidFill>
          <a:latin typeface="+mn-lt"/>
          <a:ea typeface="+mn-ea"/>
          <a:cs typeface="+mn-cs"/>
        </a:defRPr>
      </a:lvl9pPr>
    </p:bodyStyle>
    <p:otherStyle>
      <a:defPPr>
        <a:defRPr lang="pt-BR"/>
      </a:defPPr>
      <a:lvl1pPr marL="0" algn="l" defTabSz="1366508" rtl="0" eaLnBrk="1" latinLnBrk="0" hangingPunct="1">
        <a:defRPr sz="2751" kern="1200">
          <a:solidFill>
            <a:schemeClr val="tx1"/>
          </a:solidFill>
          <a:latin typeface="+mn-lt"/>
          <a:ea typeface="+mn-ea"/>
          <a:cs typeface="+mn-cs"/>
        </a:defRPr>
      </a:lvl1pPr>
      <a:lvl2pPr marL="683254" algn="l" defTabSz="1366508" rtl="0" eaLnBrk="1" latinLnBrk="0" hangingPunct="1">
        <a:defRPr sz="2751" kern="1200">
          <a:solidFill>
            <a:schemeClr val="tx1"/>
          </a:solidFill>
          <a:latin typeface="+mn-lt"/>
          <a:ea typeface="+mn-ea"/>
          <a:cs typeface="+mn-cs"/>
        </a:defRPr>
      </a:lvl2pPr>
      <a:lvl3pPr marL="1366508" algn="l" defTabSz="1366508" rtl="0" eaLnBrk="1" latinLnBrk="0" hangingPunct="1">
        <a:defRPr sz="2751" kern="1200">
          <a:solidFill>
            <a:schemeClr val="tx1"/>
          </a:solidFill>
          <a:latin typeface="+mn-lt"/>
          <a:ea typeface="+mn-ea"/>
          <a:cs typeface="+mn-cs"/>
        </a:defRPr>
      </a:lvl3pPr>
      <a:lvl4pPr marL="2049761" algn="l" defTabSz="1366508" rtl="0" eaLnBrk="1" latinLnBrk="0" hangingPunct="1">
        <a:defRPr sz="2751" kern="1200">
          <a:solidFill>
            <a:schemeClr val="tx1"/>
          </a:solidFill>
          <a:latin typeface="+mn-lt"/>
          <a:ea typeface="+mn-ea"/>
          <a:cs typeface="+mn-cs"/>
        </a:defRPr>
      </a:lvl4pPr>
      <a:lvl5pPr marL="2733015" algn="l" defTabSz="1366508" rtl="0" eaLnBrk="1" latinLnBrk="0" hangingPunct="1">
        <a:defRPr sz="2751" kern="1200">
          <a:solidFill>
            <a:schemeClr val="tx1"/>
          </a:solidFill>
          <a:latin typeface="+mn-lt"/>
          <a:ea typeface="+mn-ea"/>
          <a:cs typeface="+mn-cs"/>
        </a:defRPr>
      </a:lvl5pPr>
      <a:lvl6pPr marL="3416269" algn="l" defTabSz="1366508" rtl="0" eaLnBrk="1" latinLnBrk="0" hangingPunct="1">
        <a:defRPr sz="2751" kern="1200">
          <a:solidFill>
            <a:schemeClr val="tx1"/>
          </a:solidFill>
          <a:latin typeface="+mn-lt"/>
          <a:ea typeface="+mn-ea"/>
          <a:cs typeface="+mn-cs"/>
        </a:defRPr>
      </a:lvl6pPr>
      <a:lvl7pPr marL="4099523" algn="l" defTabSz="1366508" rtl="0" eaLnBrk="1" latinLnBrk="0" hangingPunct="1">
        <a:defRPr sz="2751" kern="1200">
          <a:solidFill>
            <a:schemeClr val="tx1"/>
          </a:solidFill>
          <a:latin typeface="+mn-lt"/>
          <a:ea typeface="+mn-ea"/>
          <a:cs typeface="+mn-cs"/>
        </a:defRPr>
      </a:lvl7pPr>
      <a:lvl8pPr marL="4782777" algn="l" defTabSz="1366508" rtl="0" eaLnBrk="1" latinLnBrk="0" hangingPunct="1">
        <a:defRPr sz="2751" kern="1200">
          <a:solidFill>
            <a:schemeClr val="tx1"/>
          </a:solidFill>
          <a:latin typeface="+mn-lt"/>
          <a:ea typeface="+mn-ea"/>
          <a:cs typeface="+mn-cs"/>
        </a:defRPr>
      </a:lvl8pPr>
      <a:lvl9pPr marL="5466031" algn="l" defTabSz="1366508" rtl="0" eaLnBrk="1" latinLnBrk="0" hangingPunct="1">
        <a:defRPr sz="2751"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8" Type="http://schemas.microsoft.com/office/2007/relationships/hdphoto" Target="../media/hdphoto3.wdp"/><Relationship Id="rId3" Type="http://schemas.openxmlformats.org/officeDocument/2006/relationships/image" Target="../media/image3.png"/><Relationship Id="rId7"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microsoft.com/office/2007/relationships/hdphoto" Target="../media/hdphoto2.wdp"/><Relationship Id="rId5" Type="http://schemas.openxmlformats.org/officeDocument/2006/relationships/image" Target="../media/image4.png"/><Relationship Id="rId10" Type="http://schemas.microsoft.com/office/2007/relationships/hdphoto" Target="../media/hdphoto4.wdp"/><Relationship Id="rId4" Type="http://schemas.microsoft.com/office/2007/relationships/hdphoto" Target="../media/hdphoto1.wdp"/><Relationship Id="rId9" Type="http://schemas.openxmlformats.org/officeDocument/2006/relationships/image" Target="../media/image6.png"/></Relationships>
</file>

<file path=ppt/slides/_rels/slide6.xml.rels><?xml version="1.0" encoding="UTF-8" standalone="yes"?>
<Relationships xmlns="http://schemas.openxmlformats.org/package/2006/relationships"><Relationship Id="rId8" Type="http://schemas.openxmlformats.org/officeDocument/2006/relationships/image" Target="../media/image10.png"/><Relationship Id="rId13" Type="http://schemas.microsoft.com/office/2007/relationships/hdphoto" Target="../media/hdphoto10.wdp"/><Relationship Id="rId3" Type="http://schemas.microsoft.com/office/2007/relationships/hdphoto" Target="../media/hdphoto5.wdp"/><Relationship Id="rId7" Type="http://schemas.microsoft.com/office/2007/relationships/hdphoto" Target="../media/hdphoto7.wdp"/><Relationship Id="rId12" Type="http://schemas.openxmlformats.org/officeDocument/2006/relationships/image" Target="../media/image12.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9.png"/><Relationship Id="rId11" Type="http://schemas.microsoft.com/office/2007/relationships/hdphoto" Target="../media/hdphoto9.wdp"/><Relationship Id="rId5" Type="http://schemas.microsoft.com/office/2007/relationships/hdphoto" Target="../media/hdphoto6.wdp"/><Relationship Id="rId10" Type="http://schemas.openxmlformats.org/officeDocument/2006/relationships/image" Target="../media/image11.png"/><Relationship Id="rId4" Type="http://schemas.openxmlformats.org/officeDocument/2006/relationships/image" Target="../media/image8.png"/><Relationship Id="rId9" Type="http://schemas.microsoft.com/office/2007/relationships/hdphoto" Target="../media/hdphoto8.wdp"/></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www.soacoindustrial.com.br/" TargetMode="External"/><Relationship Id="rId2" Type="http://schemas.openxmlformats.org/officeDocument/2006/relationships/image" Target="../media/image13.jpeg"/><Relationship Id="rId1" Type="http://schemas.openxmlformats.org/officeDocument/2006/relationships/slideLayout" Target="../slideLayouts/slideLayout13.xml"/><Relationship Id="rId5" Type="http://schemas.openxmlformats.org/officeDocument/2006/relationships/image" Target="../media/image2.jpeg"/><Relationship Id="rId4" Type="http://schemas.openxmlformats.org/officeDocument/2006/relationships/hyperlink" Target="mailto:sac@soacoindustrial.com.br"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141" name="CaixaDeTexto 140"/>
          <p:cNvSpPr txBox="1"/>
          <p:nvPr/>
        </p:nvSpPr>
        <p:spPr>
          <a:xfrm>
            <a:off x="315860" y="210253"/>
            <a:ext cx="6226281" cy="414857"/>
          </a:xfrm>
          <a:prstGeom prst="rect">
            <a:avLst/>
          </a:prstGeom>
          <a:noFill/>
        </p:spPr>
        <p:txBody>
          <a:bodyPr wrap="square" rtlCol="0">
            <a:spAutoFit/>
            <a:scene3d>
              <a:camera prst="orthographicFront"/>
              <a:lightRig rig="threePt" dir="t"/>
            </a:scene3d>
            <a:sp3d extrusionH="57150">
              <a:bevelT w="38100" h="38100"/>
            </a:sp3d>
          </a:bodyPr>
          <a:lstStyle>
            <a:defPPr>
              <a:defRPr lang="pt-BR"/>
            </a:defPPr>
            <a:lvl1pPr algn="ctr">
              <a:defRPr sz="2000">
                <a:latin typeface="Bookman Old Style" panose="02050604050505020204" pitchFamily="18" charset="0"/>
              </a:defRPr>
            </a:lvl1pPr>
          </a:lstStyle>
          <a:p>
            <a:pPr defTabSz="1366508">
              <a:defRPr/>
            </a:pPr>
            <a:r>
              <a:rPr lang="pt-BR" sz="2096" b="1" dirty="0">
                <a:solidFill>
                  <a:prstClr val="black"/>
                </a:solidFill>
                <a:latin typeface="Monda" pitchFamily="2" charset="0"/>
              </a:rPr>
              <a:t>BALCÃO NATURAL</a:t>
            </a:r>
          </a:p>
        </p:txBody>
      </p:sp>
      <p:cxnSp>
        <p:nvCxnSpPr>
          <p:cNvPr id="3" name="Conector reto 2">
            <a:extLst>
              <a:ext uri="{FF2B5EF4-FFF2-40B4-BE49-F238E27FC236}">
                <a16:creationId xmlns:a16="http://schemas.microsoft.com/office/drawing/2014/main" id="{028337A0-0653-400B-861B-19331BCEEE53}"/>
              </a:ext>
            </a:extLst>
          </p:cNvPr>
          <p:cNvCxnSpPr>
            <a:cxnSpLocks/>
          </p:cNvCxnSpPr>
          <p:nvPr/>
        </p:nvCxnSpPr>
        <p:spPr>
          <a:xfrm>
            <a:off x="9643" y="141783"/>
            <a:ext cx="6838715" cy="0"/>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6" name="Conector reto 15">
            <a:extLst>
              <a:ext uri="{FF2B5EF4-FFF2-40B4-BE49-F238E27FC236}">
                <a16:creationId xmlns:a16="http://schemas.microsoft.com/office/drawing/2014/main" id="{707B80EA-132C-48DA-9439-9B0D2C6FE035}"/>
              </a:ext>
            </a:extLst>
          </p:cNvPr>
          <p:cNvCxnSpPr>
            <a:cxnSpLocks/>
          </p:cNvCxnSpPr>
          <p:nvPr/>
        </p:nvCxnSpPr>
        <p:spPr>
          <a:xfrm>
            <a:off x="9643" y="620759"/>
            <a:ext cx="6838715" cy="0"/>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sp>
        <p:nvSpPr>
          <p:cNvPr id="5" name="CaixaDeTexto 4">
            <a:extLst>
              <a:ext uri="{FF2B5EF4-FFF2-40B4-BE49-F238E27FC236}">
                <a16:creationId xmlns:a16="http://schemas.microsoft.com/office/drawing/2014/main" id="{1A6FB963-CC61-4B50-85F2-FDE336ACBEB4}"/>
              </a:ext>
            </a:extLst>
          </p:cNvPr>
          <p:cNvSpPr txBox="1"/>
          <p:nvPr/>
        </p:nvSpPr>
        <p:spPr>
          <a:xfrm>
            <a:off x="3599318" y="5975271"/>
            <a:ext cx="3280808" cy="1362296"/>
          </a:xfrm>
          <a:prstGeom prst="rect">
            <a:avLst/>
          </a:prstGeom>
          <a:noFill/>
        </p:spPr>
        <p:txBody>
          <a:bodyPr wrap="square" rtlCol="0">
            <a:spAutoFit/>
          </a:bodyPr>
          <a:lstStyle/>
          <a:p>
            <a:pPr marL="449233" indent="-449233" defTabSz="1366508">
              <a:buFont typeface="Wingdings" panose="05000000000000000000" pitchFamily="2" charset="2"/>
              <a:buChar char="ü"/>
              <a:defRPr/>
            </a:pPr>
            <a:r>
              <a:rPr lang="pt-BR" sz="2751" b="1" dirty="0">
                <a:solidFill>
                  <a:prstClr val="black"/>
                </a:solidFill>
                <a:latin typeface="Monda" pitchFamily="2" charset="0"/>
                <a:cs typeface="Arial" panose="020B0604020202020204" pitchFamily="34" charset="0"/>
              </a:rPr>
              <a:t>Instruções</a:t>
            </a:r>
          </a:p>
          <a:p>
            <a:pPr marL="449233" indent="-449233" defTabSz="1366508">
              <a:buFont typeface="Wingdings" panose="05000000000000000000" pitchFamily="2" charset="2"/>
              <a:buChar char="ü"/>
              <a:defRPr/>
            </a:pPr>
            <a:r>
              <a:rPr lang="pt-BR" sz="2751" b="1" dirty="0">
                <a:solidFill>
                  <a:prstClr val="black"/>
                </a:solidFill>
                <a:latin typeface="Monda" pitchFamily="2" charset="0"/>
                <a:cs typeface="Arial" panose="020B0604020202020204" pitchFamily="34" charset="0"/>
              </a:rPr>
              <a:t>Especificações</a:t>
            </a:r>
          </a:p>
          <a:p>
            <a:pPr marL="449233" indent="-449233" defTabSz="1366508">
              <a:buFont typeface="Wingdings" panose="05000000000000000000" pitchFamily="2" charset="2"/>
              <a:buChar char="ü"/>
              <a:defRPr/>
            </a:pPr>
            <a:r>
              <a:rPr lang="pt-BR" sz="2751" b="1" dirty="0">
                <a:solidFill>
                  <a:prstClr val="black"/>
                </a:solidFill>
                <a:latin typeface="Monda" pitchFamily="2" charset="0"/>
                <a:cs typeface="Arial" panose="020B0604020202020204" pitchFamily="34" charset="0"/>
              </a:rPr>
              <a:t>Garantia</a:t>
            </a:r>
          </a:p>
        </p:txBody>
      </p:sp>
      <p:sp>
        <p:nvSpPr>
          <p:cNvPr id="12" name="CaixaDeTexto 11">
            <a:extLst>
              <a:ext uri="{FF2B5EF4-FFF2-40B4-BE49-F238E27FC236}">
                <a16:creationId xmlns:a16="http://schemas.microsoft.com/office/drawing/2014/main" id="{041A7CB0-8B4D-427E-A547-A67EB8EF1759}"/>
              </a:ext>
            </a:extLst>
          </p:cNvPr>
          <p:cNvSpPr txBox="1"/>
          <p:nvPr/>
        </p:nvSpPr>
        <p:spPr>
          <a:xfrm>
            <a:off x="3343191" y="7698354"/>
            <a:ext cx="3453280" cy="1301959"/>
          </a:xfrm>
          <a:prstGeom prst="rect">
            <a:avLst/>
          </a:prstGeom>
          <a:noFill/>
        </p:spPr>
        <p:txBody>
          <a:bodyPr wrap="square" rtlCol="0">
            <a:spAutoFit/>
          </a:bodyPr>
          <a:lstStyle/>
          <a:p>
            <a:pPr algn="just" defTabSz="1366508">
              <a:defRPr/>
            </a:pPr>
            <a:r>
              <a:rPr lang="pt-BR" sz="1572" dirty="0">
                <a:solidFill>
                  <a:prstClr val="black"/>
                </a:solidFill>
                <a:latin typeface="Monda" pitchFamily="2" charset="0"/>
                <a:cs typeface="Arial" panose="020B0604020202020204" pitchFamily="34" charset="0"/>
              </a:rPr>
              <a:t>Parabéns pela sua nova aquisição! Para obter o máximo desempenho e garantir o perfeito funcionamento do seu produto, leia atentamente este manual. </a:t>
            </a:r>
          </a:p>
        </p:txBody>
      </p:sp>
      <p:pic>
        <p:nvPicPr>
          <p:cNvPr id="4" name="Imagem 3">
            <a:extLst>
              <a:ext uri="{FF2B5EF4-FFF2-40B4-BE49-F238E27FC236}">
                <a16:creationId xmlns:a16="http://schemas.microsoft.com/office/drawing/2014/main" id="{4ADA277A-830F-47B6-88F8-183D5C066F0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85089" y="3935303"/>
            <a:ext cx="2996395" cy="3370793"/>
          </a:xfrm>
          <a:prstGeom prst="rect">
            <a:avLst/>
          </a:prstGeom>
        </p:spPr>
      </p:pic>
      <p:sp>
        <p:nvSpPr>
          <p:cNvPr id="124" name="CaixaDeTexto 123">
            <a:extLst>
              <a:ext uri="{FF2B5EF4-FFF2-40B4-BE49-F238E27FC236}">
                <a16:creationId xmlns:a16="http://schemas.microsoft.com/office/drawing/2014/main" id="{366BB4C6-C283-425E-A7D5-D29A3DB6C113}"/>
              </a:ext>
            </a:extLst>
          </p:cNvPr>
          <p:cNvSpPr txBox="1"/>
          <p:nvPr/>
        </p:nvSpPr>
        <p:spPr>
          <a:xfrm>
            <a:off x="271424" y="4980235"/>
            <a:ext cx="386260" cy="2325861"/>
          </a:xfrm>
          <a:prstGeom prst="rect">
            <a:avLst/>
          </a:prstGeom>
          <a:noFill/>
        </p:spPr>
        <p:txBody>
          <a:bodyPr vert="vert270" wrap="square" rtlCol="0">
            <a:spAutoFit/>
          </a:bodyPr>
          <a:lstStyle/>
          <a:p>
            <a:pPr algn="just" defTabSz="1366508">
              <a:defRPr/>
            </a:pPr>
            <a:r>
              <a:rPr lang="pt-BR" sz="1310" i="1" dirty="0">
                <a:solidFill>
                  <a:prstClr val="black"/>
                </a:solidFill>
                <a:latin typeface="Arial" panose="020B0604020202020204" pitchFamily="34" charset="0"/>
                <a:cs typeface="Arial" panose="020B0604020202020204" pitchFamily="34" charset="0"/>
              </a:rPr>
              <a:t>Modelo: BVNVSC-120 </a:t>
            </a:r>
          </a:p>
        </p:txBody>
      </p:sp>
      <p:sp>
        <p:nvSpPr>
          <p:cNvPr id="69" name="CaixaDeTexto 68">
            <a:extLst>
              <a:ext uri="{FF2B5EF4-FFF2-40B4-BE49-F238E27FC236}">
                <a16:creationId xmlns:a16="http://schemas.microsoft.com/office/drawing/2014/main" id="{5DC4F30F-C700-4806-B846-809DEB299A17}"/>
              </a:ext>
            </a:extLst>
          </p:cNvPr>
          <p:cNvSpPr txBox="1"/>
          <p:nvPr/>
        </p:nvSpPr>
        <p:spPr>
          <a:xfrm>
            <a:off x="1456439" y="1809211"/>
            <a:ext cx="4210698" cy="1705082"/>
          </a:xfrm>
          <a:prstGeom prst="rect">
            <a:avLst/>
          </a:prstGeom>
          <a:noFill/>
        </p:spPr>
        <p:txBody>
          <a:bodyPr wrap="square" rtlCol="0">
            <a:spAutoFit/>
          </a:bodyPr>
          <a:lstStyle/>
          <a:p>
            <a:pPr algn="ctr"/>
            <a:r>
              <a:rPr lang="pt-BR" sz="5240" b="1" dirty="0">
                <a:ln w="19050">
                  <a:solidFill>
                    <a:srgbClr val="000819"/>
                  </a:solidFill>
                </a:ln>
                <a:solidFill>
                  <a:srgbClr val="081120"/>
                </a:solidFill>
                <a:effectLst>
                  <a:outerShdw blurRad="50800" dist="38100" dir="5400000" algn="t" rotWithShape="0">
                    <a:prstClr val="black">
                      <a:alpha val="40000"/>
                    </a:prstClr>
                  </a:outerShdw>
                </a:effectLst>
                <a:latin typeface="Monda" panose="02000503000000000000" pitchFamily="2" charset="0"/>
              </a:rPr>
              <a:t>Manual </a:t>
            </a:r>
          </a:p>
          <a:p>
            <a:pPr algn="ctr"/>
            <a:r>
              <a:rPr lang="pt-BR" sz="5240" b="1" dirty="0">
                <a:ln w="19050">
                  <a:solidFill>
                    <a:srgbClr val="000819"/>
                  </a:solidFill>
                </a:ln>
                <a:solidFill>
                  <a:srgbClr val="081120"/>
                </a:solidFill>
                <a:effectLst>
                  <a:outerShdw blurRad="50800" dist="38100" dir="5400000" algn="t" rotWithShape="0">
                    <a:prstClr val="black">
                      <a:alpha val="40000"/>
                    </a:prstClr>
                  </a:outerShdw>
                </a:effectLst>
                <a:latin typeface="Monda" panose="02000503000000000000" pitchFamily="2" charset="0"/>
              </a:rPr>
              <a:t>do usuário</a:t>
            </a:r>
          </a:p>
        </p:txBody>
      </p:sp>
      <p:cxnSp>
        <p:nvCxnSpPr>
          <p:cNvPr id="82" name="Conector reto 81">
            <a:extLst>
              <a:ext uri="{FF2B5EF4-FFF2-40B4-BE49-F238E27FC236}">
                <a16:creationId xmlns:a16="http://schemas.microsoft.com/office/drawing/2014/main" id="{F41EAA0E-86AF-4FFD-9AA7-3C94E0F37621}"/>
              </a:ext>
            </a:extLst>
          </p:cNvPr>
          <p:cNvCxnSpPr>
            <a:cxnSpLocks/>
          </p:cNvCxnSpPr>
          <p:nvPr/>
        </p:nvCxnSpPr>
        <p:spPr>
          <a:xfrm>
            <a:off x="40540" y="9669879"/>
            <a:ext cx="6749104" cy="0"/>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pic>
        <p:nvPicPr>
          <p:cNvPr id="83" name="Imagem 82">
            <a:extLst>
              <a:ext uri="{FF2B5EF4-FFF2-40B4-BE49-F238E27FC236}">
                <a16:creationId xmlns:a16="http://schemas.microsoft.com/office/drawing/2014/main" id="{550DB26B-D890-4B61-8C32-0F6C940B8C2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4624" y="9332615"/>
            <a:ext cx="915445" cy="274332"/>
          </a:xfrm>
          <a:prstGeom prst="rect">
            <a:avLst/>
          </a:prstGeom>
        </p:spPr>
      </p:pic>
      <p:pic>
        <p:nvPicPr>
          <p:cNvPr id="84" name="Imagem 83">
            <a:extLst>
              <a:ext uri="{FF2B5EF4-FFF2-40B4-BE49-F238E27FC236}">
                <a16:creationId xmlns:a16="http://schemas.microsoft.com/office/drawing/2014/main" id="{09BFDD60-5937-4E35-B520-2D368DB4A72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00884" y="9332615"/>
            <a:ext cx="915445" cy="274332"/>
          </a:xfrm>
          <a:prstGeom prst="rect">
            <a:avLst/>
          </a:prstGeom>
        </p:spPr>
      </p:pic>
      <p:pic>
        <p:nvPicPr>
          <p:cNvPr id="85" name="Imagem 84">
            <a:extLst>
              <a:ext uri="{FF2B5EF4-FFF2-40B4-BE49-F238E27FC236}">
                <a16:creationId xmlns:a16="http://schemas.microsoft.com/office/drawing/2014/main" id="{2E6AADCF-2875-422D-8BDE-C23E84593F6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357144" y="9332615"/>
            <a:ext cx="915445" cy="274332"/>
          </a:xfrm>
          <a:prstGeom prst="rect">
            <a:avLst/>
          </a:prstGeom>
        </p:spPr>
      </p:pic>
      <p:pic>
        <p:nvPicPr>
          <p:cNvPr id="86" name="Imagem 85">
            <a:extLst>
              <a:ext uri="{FF2B5EF4-FFF2-40B4-BE49-F238E27FC236}">
                <a16:creationId xmlns:a16="http://schemas.microsoft.com/office/drawing/2014/main" id="{13EF0E57-F2B5-4FA5-8B5A-1C98D82BE46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513404" y="9332615"/>
            <a:ext cx="915445" cy="274332"/>
          </a:xfrm>
          <a:prstGeom prst="rect">
            <a:avLst/>
          </a:prstGeom>
        </p:spPr>
      </p:pic>
      <p:pic>
        <p:nvPicPr>
          <p:cNvPr id="87" name="Imagem 86">
            <a:extLst>
              <a:ext uri="{FF2B5EF4-FFF2-40B4-BE49-F238E27FC236}">
                <a16:creationId xmlns:a16="http://schemas.microsoft.com/office/drawing/2014/main" id="{355B4DC3-70C9-4AE0-AA65-043C83D5765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669664" y="9332615"/>
            <a:ext cx="915445" cy="274332"/>
          </a:xfrm>
          <a:prstGeom prst="rect">
            <a:avLst/>
          </a:prstGeom>
        </p:spPr>
      </p:pic>
      <p:pic>
        <p:nvPicPr>
          <p:cNvPr id="88" name="Imagem 87">
            <a:extLst>
              <a:ext uri="{FF2B5EF4-FFF2-40B4-BE49-F238E27FC236}">
                <a16:creationId xmlns:a16="http://schemas.microsoft.com/office/drawing/2014/main" id="{10F7EB3B-A5FF-4601-BF92-057E4495394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825923" y="9332615"/>
            <a:ext cx="915445" cy="274332"/>
          </a:xfrm>
          <a:prstGeom prst="rect">
            <a:avLst/>
          </a:prstGeom>
        </p:spPr>
      </p:pic>
      <p:cxnSp>
        <p:nvCxnSpPr>
          <p:cNvPr id="89" name="Conector reto 88">
            <a:extLst>
              <a:ext uri="{FF2B5EF4-FFF2-40B4-BE49-F238E27FC236}">
                <a16:creationId xmlns:a16="http://schemas.microsoft.com/office/drawing/2014/main" id="{DB9F43C5-5907-46A1-A1A2-82C59882BB98}"/>
              </a:ext>
            </a:extLst>
          </p:cNvPr>
          <p:cNvCxnSpPr>
            <a:cxnSpLocks/>
          </p:cNvCxnSpPr>
          <p:nvPr/>
        </p:nvCxnSpPr>
        <p:spPr>
          <a:xfrm>
            <a:off x="40892" y="9246589"/>
            <a:ext cx="6748400" cy="0"/>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387020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8335977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1533256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aixaDeTexto 6">
            <a:extLst>
              <a:ext uri="{FF2B5EF4-FFF2-40B4-BE49-F238E27FC236}">
                <a16:creationId xmlns:a16="http://schemas.microsoft.com/office/drawing/2014/main" id="{830B509D-C0C4-4160-83FA-DA2F0DBDECAD}"/>
              </a:ext>
            </a:extLst>
          </p:cNvPr>
          <p:cNvSpPr txBox="1"/>
          <p:nvPr/>
        </p:nvSpPr>
        <p:spPr>
          <a:xfrm>
            <a:off x="68413" y="747986"/>
            <a:ext cx="6603631" cy="1866345"/>
          </a:xfrm>
          <a:prstGeom prst="rect">
            <a:avLst/>
          </a:prstGeom>
          <a:noFill/>
        </p:spPr>
        <p:txBody>
          <a:bodyPr wrap="square" rtlCol="0">
            <a:spAutoFit/>
          </a:bodyPr>
          <a:lstStyle/>
          <a:p>
            <a:pPr algn="just"/>
            <a:r>
              <a:rPr lang="pt-BR" sz="1310" dirty="0"/>
              <a:t>Gostaríamos de parabeniza-lo(a)  pela aquisição de seu novo produto “Balcão refrigerado” fabricado pela </a:t>
            </a:r>
            <a:r>
              <a:rPr lang="pt-BR" sz="1310" i="1" dirty="0"/>
              <a:t>Só Aço Industrial LTDA</a:t>
            </a:r>
            <a:r>
              <a:rPr lang="pt-BR" sz="1310" dirty="0"/>
              <a:t>. Buscando a melhor análise de custo/beneficio pelo cliente, a Só Aço Industrial, sempre busca inovar em seus processos, aumentar a eficiência com que atende o cliente e inserir no mercado produtos de alta qualidade.</a:t>
            </a:r>
          </a:p>
          <a:p>
            <a:pPr algn="just"/>
            <a:r>
              <a:rPr lang="pt-BR" sz="1310" dirty="0"/>
              <a:t>Portanto, sugerimos a leitura  deste manual de maneira minuciosa e qualquer dúvidas ficaremos satisfeitos em sana-las.</a:t>
            </a:r>
          </a:p>
          <a:p>
            <a:pPr algn="just"/>
            <a:endParaRPr lang="pt-BR" sz="1310" dirty="0"/>
          </a:p>
          <a:p>
            <a:pPr algn="r"/>
            <a:r>
              <a:rPr lang="pt-BR" sz="1310" b="1" dirty="0"/>
              <a:t>Só Aço Industrial LTDA</a:t>
            </a:r>
            <a:r>
              <a:rPr lang="pt-BR" sz="1310" dirty="0"/>
              <a:t> </a:t>
            </a:r>
          </a:p>
          <a:p>
            <a:pPr algn="just"/>
            <a:r>
              <a:rPr lang="pt-BR" sz="1048" dirty="0"/>
              <a:t> </a:t>
            </a:r>
          </a:p>
        </p:txBody>
      </p:sp>
      <p:sp>
        <p:nvSpPr>
          <p:cNvPr id="8" name="Retângulo 7">
            <a:extLst>
              <a:ext uri="{FF2B5EF4-FFF2-40B4-BE49-F238E27FC236}">
                <a16:creationId xmlns:a16="http://schemas.microsoft.com/office/drawing/2014/main" id="{4BBA1114-1AF9-43DB-9BE1-B680876876D7}"/>
              </a:ext>
            </a:extLst>
          </p:cNvPr>
          <p:cNvSpPr/>
          <p:nvPr/>
        </p:nvSpPr>
        <p:spPr>
          <a:xfrm>
            <a:off x="68413" y="200472"/>
            <a:ext cx="6721173" cy="455189"/>
          </a:xfrm>
          <a:prstGeom prst="rect">
            <a:avLst/>
          </a:prstGeom>
          <a:solidFill>
            <a:schemeClr val="bg1">
              <a:lumMod val="85000"/>
            </a:schemeClr>
          </a:solidFill>
        </p:spPr>
        <p:txBody>
          <a:bodyPr wrap="square" rtlCol="0" anchor="ctr">
            <a:spAutoFit/>
          </a:bodyPr>
          <a:lstStyle/>
          <a:p>
            <a:r>
              <a:rPr lang="pt-BR" sz="2358" dirty="0">
                <a:latin typeface="Arial Rounded MT Bold" panose="020F0704030504030204" pitchFamily="34" charset="0"/>
              </a:rPr>
              <a:t>APRESENTAÇÃO</a:t>
            </a:r>
          </a:p>
        </p:txBody>
      </p:sp>
      <p:sp>
        <p:nvSpPr>
          <p:cNvPr id="2" name="CaixaDeTexto 1">
            <a:extLst>
              <a:ext uri="{FF2B5EF4-FFF2-40B4-BE49-F238E27FC236}">
                <a16:creationId xmlns:a16="http://schemas.microsoft.com/office/drawing/2014/main" id="{68D55697-2B46-4B29-B96B-8BE932CFF598}"/>
              </a:ext>
            </a:extLst>
          </p:cNvPr>
          <p:cNvSpPr txBox="1"/>
          <p:nvPr/>
        </p:nvSpPr>
        <p:spPr>
          <a:xfrm>
            <a:off x="68413" y="2643109"/>
            <a:ext cx="6603631" cy="908839"/>
          </a:xfrm>
          <a:prstGeom prst="rect">
            <a:avLst/>
          </a:prstGeom>
          <a:noFill/>
        </p:spPr>
        <p:txBody>
          <a:bodyPr wrap="square" rtlCol="0">
            <a:spAutoFit/>
          </a:bodyPr>
          <a:lstStyle/>
          <a:p>
            <a:pPr algn="just"/>
            <a:r>
              <a:rPr lang="pt-BR" sz="1376" b="1" dirty="0"/>
              <a:t>NOTA: </a:t>
            </a:r>
            <a:r>
              <a:rPr lang="pt-BR" sz="1310" i="1" dirty="0"/>
              <a:t>Guarde a </a:t>
            </a:r>
            <a:r>
              <a:rPr lang="pt-BR" sz="1310" i="1" u="sng" dirty="0"/>
              <a:t>nota fiscal </a:t>
            </a:r>
            <a:r>
              <a:rPr lang="pt-BR" sz="1310" i="1" dirty="0"/>
              <a:t>de compra; ela será necessária caso precise utilizar os serviços da Assistência Técnica Só Aço no período de garantia. Também não remova a etiqueta de identificação do produto. Nela constam informações imprescindíveis em caso de necessidade de reparos. </a:t>
            </a:r>
          </a:p>
        </p:txBody>
      </p:sp>
      <p:sp>
        <p:nvSpPr>
          <p:cNvPr id="3" name="Retângulo 2">
            <a:extLst>
              <a:ext uri="{FF2B5EF4-FFF2-40B4-BE49-F238E27FC236}">
                <a16:creationId xmlns:a16="http://schemas.microsoft.com/office/drawing/2014/main" id="{CD107282-333D-4746-982F-87E1388086CA}"/>
              </a:ext>
            </a:extLst>
          </p:cNvPr>
          <p:cNvSpPr/>
          <p:nvPr/>
        </p:nvSpPr>
        <p:spPr>
          <a:xfrm>
            <a:off x="68413" y="3758234"/>
            <a:ext cx="6721173" cy="283013"/>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441" b="1" dirty="0">
                <a:solidFill>
                  <a:schemeClr val="tx1"/>
                </a:solidFill>
              </a:rPr>
              <a:t>Índice</a:t>
            </a:r>
          </a:p>
        </p:txBody>
      </p:sp>
      <p:graphicFrame>
        <p:nvGraphicFramePr>
          <p:cNvPr id="9" name="Tabela 8">
            <a:extLst>
              <a:ext uri="{FF2B5EF4-FFF2-40B4-BE49-F238E27FC236}">
                <a16:creationId xmlns:a16="http://schemas.microsoft.com/office/drawing/2014/main" id="{8471ED97-07C0-4B08-9321-72D47013FB0D}"/>
              </a:ext>
            </a:extLst>
          </p:cNvPr>
          <p:cNvGraphicFramePr>
            <a:graphicFrameLocks noGrp="1"/>
          </p:cNvGraphicFramePr>
          <p:nvPr>
            <p:extLst>
              <p:ext uri="{D42A27DB-BD31-4B8C-83A1-F6EECF244321}">
                <p14:modId xmlns:p14="http://schemas.microsoft.com/office/powerpoint/2010/main" val="2118941642"/>
              </p:ext>
            </p:extLst>
          </p:nvPr>
        </p:nvGraphicFramePr>
        <p:xfrm>
          <a:off x="64578" y="4296111"/>
          <a:ext cx="6721173" cy="2940673"/>
        </p:xfrm>
        <a:graphic>
          <a:graphicData uri="http://schemas.openxmlformats.org/drawingml/2006/table">
            <a:tbl>
              <a:tblPr>
                <a:tableStyleId>{5C22544A-7EE6-4342-B048-85BDC9FD1C3A}</a:tableStyleId>
              </a:tblPr>
              <a:tblGrid>
                <a:gridCol w="6041440">
                  <a:extLst>
                    <a:ext uri="{9D8B030D-6E8A-4147-A177-3AD203B41FA5}">
                      <a16:colId xmlns:a16="http://schemas.microsoft.com/office/drawing/2014/main" val="1649317139"/>
                    </a:ext>
                  </a:extLst>
                </a:gridCol>
                <a:gridCol w="679733">
                  <a:extLst>
                    <a:ext uri="{9D8B030D-6E8A-4147-A177-3AD203B41FA5}">
                      <a16:colId xmlns:a16="http://schemas.microsoft.com/office/drawing/2014/main" val="3475215270"/>
                    </a:ext>
                  </a:extLst>
                </a:gridCol>
              </a:tblGrid>
              <a:tr h="249574">
                <a:tc>
                  <a:txBody>
                    <a:bodyPr/>
                    <a:lstStyle/>
                    <a:p>
                      <a:pPr algn="l" fontAlgn="b"/>
                      <a:r>
                        <a:rPr lang="pt-BR" sz="1200" u="none" strike="noStrike" dirty="0">
                          <a:effectLst/>
                          <a:latin typeface="Arial" panose="020B0604020202020204" pitchFamily="34" charset="0"/>
                          <a:cs typeface="Arial" panose="020B0604020202020204" pitchFamily="34" charset="0"/>
                        </a:rPr>
                        <a:t>Apresentação .....................................................................................................................</a:t>
                      </a:r>
                      <a:endParaRPr lang="pt-BR" sz="1200" b="0" i="0" u="none" strike="noStrike" dirty="0">
                        <a:solidFill>
                          <a:srgbClr val="000000"/>
                        </a:solidFill>
                        <a:effectLst/>
                        <a:latin typeface="Arial" panose="020B0604020202020204" pitchFamily="34" charset="0"/>
                        <a:cs typeface="Arial" panose="020B0604020202020204" pitchFamily="34" charset="0"/>
                      </a:endParaRPr>
                    </a:p>
                  </a:txBody>
                  <a:tcPr marL="12479" marR="12479" marT="12479"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pt-BR" sz="1200" b="0" i="0" u="none" strike="noStrike" dirty="0">
                          <a:solidFill>
                            <a:srgbClr val="000000"/>
                          </a:solidFill>
                          <a:effectLst/>
                          <a:latin typeface="Arial" panose="020B0604020202020204" pitchFamily="34" charset="0"/>
                          <a:cs typeface="Arial" panose="020B0604020202020204" pitchFamily="34" charset="0"/>
                        </a:rPr>
                        <a:t>1</a:t>
                      </a:r>
                    </a:p>
                  </a:txBody>
                  <a:tcPr marL="12479" marR="12479" marT="12479"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93741572"/>
                  </a:ext>
                </a:extLst>
              </a:tr>
              <a:tr h="249574">
                <a:tc>
                  <a:txBody>
                    <a:bodyPr/>
                    <a:lstStyle/>
                    <a:p>
                      <a:pPr algn="l" fontAlgn="b"/>
                      <a:r>
                        <a:rPr lang="pt-BR" sz="1200" u="none" strike="noStrike" dirty="0">
                          <a:effectLst/>
                          <a:latin typeface="Arial" panose="020B0604020202020204" pitchFamily="34" charset="0"/>
                          <a:cs typeface="Arial" panose="020B0604020202020204" pitchFamily="34" charset="0"/>
                        </a:rPr>
                        <a:t>Para sua segurança............................................................................................................</a:t>
                      </a:r>
                      <a:endParaRPr lang="pt-BR" sz="1200" b="0" i="0" u="none" strike="noStrike" dirty="0">
                        <a:solidFill>
                          <a:srgbClr val="000000"/>
                        </a:solidFill>
                        <a:effectLst/>
                        <a:latin typeface="Arial" panose="020B0604020202020204" pitchFamily="34" charset="0"/>
                        <a:cs typeface="Arial" panose="020B0604020202020204" pitchFamily="34" charset="0"/>
                      </a:endParaRPr>
                    </a:p>
                  </a:txBody>
                  <a:tcPr marL="12479" marR="12479" marT="12479"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pt-BR" sz="1200" b="0" i="0" u="none" strike="noStrike" dirty="0">
                          <a:solidFill>
                            <a:srgbClr val="000000"/>
                          </a:solidFill>
                          <a:effectLst/>
                          <a:latin typeface="Arial" panose="020B0604020202020204" pitchFamily="34" charset="0"/>
                          <a:cs typeface="Arial" panose="020B0604020202020204" pitchFamily="34" charset="0"/>
                        </a:rPr>
                        <a:t>2</a:t>
                      </a:r>
                    </a:p>
                  </a:txBody>
                  <a:tcPr marL="12479" marR="12479" marT="12479"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04642009"/>
                  </a:ext>
                </a:extLst>
              </a:tr>
              <a:tr h="249574">
                <a:tc>
                  <a:txBody>
                    <a:bodyPr/>
                    <a:lstStyle/>
                    <a:p>
                      <a:pPr algn="l" fontAlgn="b"/>
                      <a:r>
                        <a:rPr lang="pt-BR" sz="1200" u="none" strike="noStrike" dirty="0">
                          <a:effectLst/>
                          <a:latin typeface="Arial" panose="020B0604020202020204" pitchFamily="34" charset="0"/>
                          <a:cs typeface="Arial" panose="020B0604020202020204" pitchFamily="34" charset="0"/>
                        </a:rPr>
                        <a:t>Instalação............................................................................................................................</a:t>
                      </a:r>
                      <a:endParaRPr lang="pt-BR" sz="1200" b="0" i="0" u="none" strike="noStrike" dirty="0">
                        <a:solidFill>
                          <a:srgbClr val="000000"/>
                        </a:solidFill>
                        <a:effectLst/>
                        <a:latin typeface="Arial" panose="020B0604020202020204" pitchFamily="34" charset="0"/>
                        <a:cs typeface="Arial" panose="020B0604020202020204" pitchFamily="34" charset="0"/>
                      </a:endParaRPr>
                    </a:p>
                  </a:txBody>
                  <a:tcPr marL="12479" marR="12479" marT="12479"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pt-BR" sz="1200" b="0" i="0" u="none" strike="noStrike" dirty="0">
                          <a:solidFill>
                            <a:srgbClr val="000000"/>
                          </a:solidFill>
                          <a:effectLst/>
                          <a:latin typeface="Arial" panose="020B0604020202020204" pitchFamily="34" charset="0"/>
                          <a:cs typeface="Arial" panose="020B0604020202020204" pitchFamily="34" charset="0"/>
                        </a:rPr>
                        <a:t>2</a:t>
                      </a:r>
                    </a:p>
                  </a:txBody>
                  <a:tcPr marL="12479" marR="12479" marT="12479"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05584776"/>
                  </a:ext>
                </a:extLst>
              </a:tr>
              <a:tr h="249574">
                <a:tc>
                  <a:txBody>
                    <a:bodyPr/>
                    <a:lstStyle/>
                    <a:p>
                      <a:pPr algn="l" fontAlgn="b"/>
                      <a:r>
                        <a:rPr lang="pt-BR" sz="1200" u="none" strike="noStrike" dirty="0">
                          <a:effectLst/>
                          <a:latin typeface="Arial" panose="020B0604020202020204" pitchFamily="34" charset="0"/>
                          <a:cs typeface="Arial" panose="020B0604020202020204" pitchFamily="34" charset="0"/>
                        </a:rPr>
                        <a:t>Utilização.............................................................................................................................</a:t>
                      </a:r>
                      <a:endParaRPr lang="pt-BR" sz="1200" b="0" i="0" u="none" strike="noStrike" dirty="0">
                        <a:solidFill>
                          <a:srgbClr val="000000"/>
                        </a:solidFill>
                        <a:effectLst/>
                        <a:latin typeface="Arial" panose="020B0604020202020204" pitchFamily="34" charset="0"/>
                        <a:cs typeface="Arial" panose="020B0604020202020204" pitchFamily="34" charset="0"/>
                      </a:endParaRPr>
                    </a:p>
                  </a:txBody>
                  <a:tcPr marL="12479" marR="12479" marT="12479"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pt-BR" sz="1200" b="0" i="0" u="none" strike="noStrike" dirty="0">
                          <a:solidFill>
                            <a:srgbClr val="000000"/>
                          </a:solidFill>
                          <a:effectLst/>
                          <a:latin typeface="Arial" panose="020B0604020202020204" pitchFamily="34" charset="0"/>
                          <a:cs typeface="Arial" panose="020B0604020202020204" pitchFamily="34" charset="0"/>
                        </a:rPr>
                        <a:t>2</a:t>
                      </a:r>
                    </a:p>
                  </a:txBody>
                  <a:tcPr marL="12479" marR="12479" marT="12479"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47397413"/>
                  </a:ext>
                </a:extLst>
              </a:tr>
              <a:tr h="249574">
                <a:tc>
                  <a:txBody>
                    <a:bodyPr/>
                    <a:lstStyle/>
                    <a:p>
                      <a:pPr algn="l" fontAlgn="b"/>
                      <a:r>
                        <a:rPr lang="pt-BR" sz="1200" u="none" strike="noStrike" dirty="0">
                          <a:effectLst/>
                          <a:latin typeface="Arial" panose="020B0604020202020204" pitchFamily="34" charset="0"/>
                          <a:cs typeface="Arial" panose="020B0604020202020204" pitchFamily="34" charset="0"/>
                        </a:rPr>
                        <a:t>Iluminação...........................................................................................................................</a:t>
                      </a:r>
                      <a:endParaRPr lang="pt-BR" sz="1200" b="0" i="0" u="none" strike="noStrike" dirty="0">
                        <a:solidFill>
                          <a:srgbClr val="000000"/>
                        </a:solidFill>
                        <a:effectLst/>
                        <a:latin typeface="Arial" panose="020B0604020202020204" pitchFamily="34" charset="0"/>
                        <a:cs typeface="Arial" panose="020B0604020202020204" pitchFamily="34" charset="0"/>
                      </a:endParaRPr>
                    </a:p>
                  </a:txBody>
                  <a:tcPr marL="12479" marR="12479" marT="12479"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pt-BR" sz="1200" b="0" i="0" u="none" strike="noStrike" dirty="0">
                          <a:solidFill>
                            <a:srgbClr val="000000"/>
                          </a:solidFill>
                          <a:effectLst/>
                          <a:latin typeface="Arial" panose="020B0604020202020204" pitchFamily="34" charset="0"/>
                          <a:cs typeface="Arial" panose="020B0604020202020204" pitchFamily="34" charset="0"/>
                        </a:rPr>
                        <a:t>3</a:t>
                      </a:r>
                    </a:p>
                  </a:txBody>
                  <a:tcPr marL="12479" marR="12479" marT="12479"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08389243"/>
                  </a:ext>
                </a:extLst>
              </a:tr>
              <a:tr h="249574">
                <a:tc>
                  <a:txBody>
                    <a:bodyPr/>
                    <a:lstStyle/>
                    <a:p>
                      <a:pPr algn="l" fontAlgn="b"/>
                      <a:r>
                        <a:rPr lang="pt-BR" sz="1200" u="none" strike="noStrike" dirty="0">
                          <a:effectLst/>
                          <a:latin typeface="Arial" panose="020B0604020202020204" pitchFamily="34" charset="0"/>
                          <a:cs typeface="Arial" panose="020B0604020202020204" pitchFamily="34" charset="0"/>
                        </a:rPr>
                        <a:t>Troca da lâmpada...............................................................................................................</a:t>
                      </a:r>
                      <a:endParaRPr lang="pt-BR" sz="1200" b="0" i="0" u="none" strike="noStrike" dirty="0">
                        <a:solidFill>
                          <a:srgbClr val="000000"/>
                        </a:solidFill>
                        <a:effectLst/>
                        <a:latin typeface="Arial" panose="020B0604020202020204" pitchFamily="34" charset="0"/>
                        <a:cs typeface="Arial" panose="020B0604020202020204" pitchFamily="34" charset="0"/>
                      </a:endParaRPr>
                    </a:p>
                  </a:txBody>
                  <a:tcPr marL="12479" marR="12479" marT="12479"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pt-BR" sz="1200" b="0" i="0" u="none" strike="noStrike" dirty="0">
                          <a:solidFill>
                            <a:srgbClr val="000000"/>
                          </a:solidFill>
                          <a:effectLst/>
                          <a:latin typeface="Arial" panose="020B0604020202020204" pitchFamily="34" charset="0"/>
                          <a:cs typeface="Arial" panose="020B0604020202020204" pitchFamily="34" charset="0"/>
                        </a:rPr>
                        <a:t>3</a:t>
                      </a:r>
                    </a:p>
                  </a:txBody>
                  <a:tcPr marL="12479" marR="12479" marT="12479"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33175314"/>
                  </a:ext>
                </a:extLst>
              </a:tr>
              <a:tr h="249574">
                <a:tc>
                  <a:txBody>
                    <a:bodyPr/>
                    <a:lstStyle/>
                    <a:p>
                      <a:pPr algn="l" fontAlgn="b"/>
                      <a:r>
                        <a:rPr lang="pt-BR" sz="1200" u="none" strike="noStrike" dirty="0">
                          <a:effectLst/>
                          <a:latin typeface="Arial" panose="020B0604020202020204" pitchFamily="34" charset="0"/>
                          <a:cs typeface="Arial" panose="020B0604020202020204" pitchFamily="34" charset="0"/>
                        </a:rPr>
                        <a:t>Limpeza..............................................................................................................................</a:t>
                      </a:r>
                      <a:endParaRPr lang="pt-BR" sz="1200" b="0" i="0" u="none" strike="noStrike" dirty="0">
                        <a:solidFill>
                          <a:srgbClr val="000000"/>
                        </a:solidFill>
                        <a:effectLst/>
                        <a:latin typeface="Arial" panose="020B0604020202020204" pitchFamily="34" charset="0"/>
                        <a:cs typeface="Arial" panose="020B0604020202020204" pitchFamily="34" charset="0"/>
                      </a:endParaRPr>
                    </a:p>
                  </a:txBody>
                  <a:tcPr marL="12479" marR="12479" marT="12479"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pt-BR" sz="1200" b="0" i="0" u="none" strike="noStrike" dirty="0">
                          <a:solidFill>
                            <a:srgbClr val="000000"/>
                          </a:solidFill>
                          <a:effectLst/>
                          <a:latin typeface="Arial" panose="020B0604020202020204" pitchFamily="34" charset="0"/>
                          <a:cs typeface="Arial" panose="020B0604020202020204" pitchFamily="34" charset="0"/>
                        </a:rPr>
                        <a:t>5</a:t>
                      </a:r>
                    </a:p>
                  </a:txBody>
                  <a:tcPr marL="12479" marR="12479" marT="12479"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84648284"/>
                  </a:ext>
                </a:extLst>
              </a:tr>
              <a:tr h="249574">
                <a:tc>
                  <a:txBody>
                    <a:bodyPr/>
                    <a:lstStyle/>
                    <a:p>
                      <a:pPr algn="l" fontAlgn="b"/>
                      <a:r>
                        <a:rPr lang="pt-BR" sz="1200" b="0" i="0" u="none" strike="noStrike" dirty="0">
                          <a:solidFill>
                            <a:srgbClr val="000000"/>
                          </a:solidFill>
                          <a:effectLst/>
                          <a:latin typeface="Arial" panose="020B0604020202020204" pitchFamily="34" charset="0"/>
                          <a:cs typeface="Arial" panose="020B0604020202020204" pitchFamily="34" charset="0"/>
                        </a:rPr>
                        <a:t>Prateleiras...........................................................................................................................</a:t>
                      </a:r>
                    </a:p>
                  </a:txBody>
                  <a:tcPr marL="12479" marR="12479" marT="12479"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pt-BR" sz="1200" b="0" i="0" u="none" strike="noStrike" dirty="0">
                          <a:solidFill>
                            <a:srgbClr val="000000"/>
                          </a:solidFill>
                          <a:effectLst/>
                          <a:latin typeface="Arial" panose="020B0604020202020204" pitchFamily="34" charset="0"/>
                          <a:cs typeface="Arial" panose="020B0604020202020204" pitchFamily="34" charset="0"/>
                        </a:rPr>
                        <a:t>5</a:t>
                      </a:r>
                    </a:p>
                  </a:txBody>
                  <a:tcPr marL="12479" marR="12479" marT="12479"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56945888"/>
                  </a:ext>
                </a:extLst>
              </a:tr>
              <a:tr h="192172">
                <a:tc>
                  <a:txBody>
                    <a:bodyPr/>
                    <a:lstStyle/>
                    <a:p>
                      <a:pPr algn="l" fontAlgn="b"/>
                      <a:r>
                        <a:rPr lang="pt-BR" sz="1200" u="none" strike="noStrike" dirty="0">
                          <a:effectLst/>
                          <a:latin typeface="Arial" panose="020B0604020202020204" pitchFamily="34" charset="0"/>
                          <a:cs typeface="Arial" panose="020B0604020202020204" pitchFamily="34" charset="0"/>
                        </a:rPr>
                        <a:t>Recomendações.................................................................................................................</a:t>
                      </a:r>
                      <a:endParaRPr lang="pt-BR" sz="1200" b="0" i="0" u="none" strike="noStrike" dirty="0">
                        <a:solidFill>
                          <a:srgbClr val="000000"/>
                        </a:solidFill>
                        <a:effectLst/>
                        <a:latin typeface="Arial" panose="020B0604020202020204" pitchFamily="34" charset="0"/>
                        <a:cs typeface="Arial" panose="020B0604020202020204" pitchFamily="34" charset="0"/>
                      </a:endParaRPr>
                    </a:p>
                  </a:txBody>
                  <a:tcPr marL="12479" marR="12479" marT="12479"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pt-BR" sz="1200" b="0" i="0" u="none" strike="noStrike" dirty="0">
                          <a:solidFill>
                            <a:srgbClr val="000000"/>
                          </a:solidFill>
                          <a:effectLst/>
                          <a:latin typeface="Arial" panose="020B0604020202020204" pitchFamily="34" charset="0"/>
                          <a:cs typeface="Arial" panose="020B0604020202020204" pitchFamily="34" charset="0"/>
                        </a:rPr>
                        <a:t>5</a:t>
                      </a:r>
                    </a:p>
                  </a:txBody>
                  <a:tcPr marL="12479" marR="12479" marT="12479"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06493560"/>
                  </a:ext>
                </a:extLst>
              </a:tr>
              <a:tr h="249574">
                <a:tc>
                  <a:txBody>
                    <a:bodyPr/>
                    <a:lstStyle/>
                    <a:p>
                      <a:pPr algn="l" fontAlgn="b"/>
                      <a:r>
                        <a:rPr lang="pt-BR" sz="1200" u="none" strike="noStrike" dirty="0">
                          <a:effectLst/>
                          <a:latin typeface="Arial" panose="020B0604020202020204" pitchFamily="34" charset="0"/>
                          <a:cs typeface="Arial" panose="020B0604020202020204" pitchFamily="34" charset="0"/>
                        </a:rPr>
                        <a:t>Características gerais..........................................................................................................</a:t>
                      </a:r>
                      <a:endParaRPr lang="pt-BR" sz="1200" b="0" i="0" u="none" strike="noStrike" dirty="0">
                        <a:solidFill>
                          <a:srgbClr val="000000"/>
                        </a:solidFill>
                        <a:effectLst/>
                        <a:latin typeface="Arial" panose="020B0604020202020204" pitchFamily="34" charset="0"/>
                        <a:cs typeface="Arial" panose="020B0604020202020204" pitchFamily="34" charset="0"/>
                      </a:endParaRPr>
                    </a:p>
                  </a:txBody>
                  <a:tcPr marL="12479" marR="12479" marT="12479"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pt-BR" sz="1200" b="0" i="0" u="none" strike="noStrike" dirty="0">
                          <a:solidFill>
                            <a:srgbClr val="000000"/>
                          </a:solidFill>
                          <a:effectLst/>
                          <a:latin typeface="Arial" panose="020B0604020202020204" pitchFamily="34" charset="0"/>
                          <a:cs typeface="Arial" panose="020B0604020202020204" pitchFamily="34" charset="0"/>
                        </a:rPr>
                        <a:t>5</a:t>
                      </a:r>
                    </a:p>
                  </a:txBody>
                  <a:tcPr marL="12479" marR="12479" marT="12479"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23518565"/>
                  </a:ext>
                </a:extLst>
              </a:tr>
              <a:tr h="249574">
                <a:tc>
                  <a:txBody>
                    <a:bodyPr/>
                    <a:lstStyle/>
                    <a:p>
                      <a:pPr algn="l" fontAlgn="b"/>
                      <a:r>
                        <a:rPr lang="pt-BR" sz="1200" u="none" strike="noStrike" dirty="0">
                          <a:effectLst/>
                          <a:latin typeface="Arial" panose="020B0604020202020204" pitchFamily="34" charset="0"/>
                          <a:cs typeface="Arial" panose="020B0604020202020204" pitchFamily="34" charset="0"/>
                        </a:rPr>
                        <a:t>Ocorrências de Defeitos......................................................................................................</a:t>
                      </a:r>
                      <a:endParaRPr lang="pt-BR" sz="1200" b="0" i="0" u="none" strike="noStrike" dirty="0">
                        <a:solidFill>
                          <a:srgbClr val="000000"/>
                        </a:solidFill>
                        <a:effectLst/>
                        <a:latin typeface="Arial" panose="020B0604020202020204" pitchFamily="34" charset="0"/>
                        <a:cs typeface="Arial" panose="020B0604020202020204" pitchFamily="34" charset="0"/>
                      </a:endParaRPr>
                    </a:p>
                  </a:txBody>
                  <a:tcPr marL="12479" marR="12479" marT="12479"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pt-BR" sz="1200" b="0" i="0" u="none" strike="noStrike" dirty="0">
                          <a:solidFill>
                            <a:srgbClr val="000000"/>
                          </a:solidFill>
                          <a:effectLst/>
                          <a:latin typeface="Arial" panose="020B0604020202020204" pitchFamily="34" charset="0"/>
                          <a:cs typeface="Arial" panose="020B0604020202020204" pitchFamily="34" charset="0"/>
                        </a:rPr>
                        <a:t>6</a:t>
                      </a:r>
                    </a:p>
                  </a:txBody>
                  <a:tcPr marL="12479" marR="12479" marT="12479"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06489344"/>
                  </a:ext>
                </a:extLst>
              </a:tr>
              <a:tr h="249574">
                <a:tc>
                  <a:txBody>
                    <a:bodyPr/>
                    <a:lstStyle/>
                    <a:p>
                      <a:pPr algn="l" fontAlgn="b"/>
                      <a:r>
                        <a:rPr lang="pt-BR" sz="1200" u="none" strike="noStrike" dirty="0">
                          <a:effectLst/>
                          <a:latin typeface="Arial" panose="020B0604020202020204" pitchFamily="34" charset="0"/>
                          <a:cs typeface="Arial" panose="020B0604020202020204" pitchFamily="34" charset="0"/>
                        </a:rPr>
                        <a:t>Termos de Garantia.............................................................................................................</a:t>
                      </a:r>
                      <a:endParaRPr lang="pt-BR" sz="1200" b="0" i="0" u="none" strike="noStrike" dirty="0">
                        <a:solidFill>
                          <a:srgbClr val="000000"/>
                        </a:solidFill>
                        <a:effectLst/>
                        <a:latin typeface="Arial" panose="020B0604020202020204" pitchFamily="34" charset="0"/>
                        <a:cs typeface="Arial" panose="020B0604020202020204" pitchFamily="34" charset="0"/>
                      </a:endParaRPr>
                    </a:p>
                  </a:txBody>
                  <a:tcPr marL="12479" marR="12479" marT="12479"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pt-BR" sz="1200" b="0" i="0" u="none" strike="noStrike" dirty="0">
                          <a:solidFill>
                            <a:srgbClr val="000000"/>
                          </a:solidFill>
                          <a:effectLst/>
                          <a:latin typeface="Arial" panose="020B0604020202020204" pitchFamily="34" charset="0"/>
                          <a:cs typeface="Arial" panose="020B0604020202020204" pitchFamily="34" charset="0"/>
                        </a:rPr>
                        <a:t>7</a:t>
                      </a:r>
                    </a:p>
                  </a:txBody>
                  <a:tcPr marL="12479" marR="12479" marT="12479"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09349956"/>
                  </a:ext>
                </a:extLst>
              </a:tr>
            </a:tbl>
          </a:graphicData>
        </a:graphic>
      </p:graphicFrame>
      <p:sp>
        <p:nvSpPr>
          <p:cNvPr id="10" name="CaixaDeTexto 9">
            <a:extLst>
              <a:ext uri="{FF2B5EF4-FFF2-40B4-BE49-F238E27FC236}">
                <a16:creationId xmlns:a16="http://schemas.microsoft.com/office/drawing/2014/main" id="{CE87DAD6-2E8E-48FE-BFD6-31CEFD67260E}"/>
              </a:ext>
            </a:extLst>
          </p:cNvPr>
          <p:cNvSpPr txBox="1"/>
          <p:nvPr/>
        </p:nvSpPr>
        <p:spPr>
          <a:xfrm>
            <a:off x="3122523" y="9508291"/>
            <a:ext cx="495411" cy="273793"/>
          </a:xfrm>
          <a:prstGeom prst="rect">
            <a:avLst/>
          </a:prstGeom>
          <a:noFill/>
        </p:spPr>
        <p:txBody>
          <a:bodyPr wrap="square" rtlCol="0">
            <a:spAutoFit/>
          </a:bodyPr>
          <a:lstStyle/>
          <a:p>
            <a:r>
              <a:rPr lang="pt-BR" sz="1179" dirty="0">
                <a:latin typeface="Arial" panose="020B0604020202020204" pitchFamily="34" charset="0"/>
                <a:cs typeface="Arial" panose="020B0604020202020204" pitchFamily="34" charset="0"/>
              </a:rPr>
              <a:t>01</a:t>
            </a:r>
          </a:p>
        </p:txBody>
      </p:sp>
    </p:spTree>
    <p:extLst>
      <p:ext uri="{BB962C8B-B14F-4D97-AF65-F5344CB8AC3E}">
        <p14:creationId xmlns:p14="http://schemas.microsoft.com/office/powerpoint/2010/main" val="17455269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tângulo 14">
            <a:extLst>
              <a:ext uri="{FF2B5EF4-FFF2-40B4-BE49-F238E27FC236}">
                <a16:creationId xmlns:a16="http://schemas.microsoft.com/office/drawing/2014/main" id="{82323E52-BACF-48AD-B8FA-8F60F81D68A0}"/>
              </a:ext>
            </a:extLst>
          </p:cNvPr>
          <p:cNvSpPr/>
          <p:nvPr/>
        </p:nvSpPr>
        <p:spPr>
          <a:xfrm>
            <a:off x="153070" y="128464"/>
            <a:ext cx="6551859" cy="300525"/>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BR" sz="1441" b="1" dirty="0">
                <a:solidFill>
                  <a:schemeClr val="tx1"/>
                </a:solidFill>
              </a:rPr>
              <a:t>1. Para sua segurança</a:t>
            </a:r>
          </a:p>
        </p:txBody>
      </p:sp>
      <p:sp>
        <p:nvSpPr>
          <p:cNvPr id="16" name="CaixaDeTexto 15">
            <a:extLst>
              <a:ext uri="{FF2B5EF4-FFF2-40B4-BE49-F238E27FC236}">
                <a16:creationId xmlns:a16="http://schemas.microsoft.com/office/drawing/2014/main" id="{D020CBAE-9A36-4705-8C13-3EB891B71474}"/>
              </a:ext>
            </a:extLst>
          </p:cNvPr>
          <p:cNvSpPr txBox="1"/>
          <p:nvPr/>
        </p:nvSpPr>
        <p:spPr>
          <a:xfrm>
            <a:off x="83621" y="459857"/>
            <a:ext cx="3696842" cy="2108269"/>
          </a:xfrm>
          <a:prstGeom prst="rect">
            <a:avLst/>
          </a:prstGeom>
          <a:noFill/>
        </p:spPr>
        <p:txBody>
          <a:bodyPr wrap="square" rtlCol="0">
            <a:spAutoFit/>
          </a:bodyPr>
          <a:lstStyle/>
          <a:p>
            <a:pPr algn="just"/>
            <a:r>
              <a:rPr lang="pt-BR" sz="1310" dirty="0">
                <a:latin typeface="Arial" panose="020B0604020202020204" pitchFamily="34" charset="0"/>
                <a:cs typeface="Arial" panose="020B0604020202020204" pitchFamily="34" charset="0"/>
              </a:rPr>
              <a:t>1.1 Não instale o balcão próximo a fontes de calor ou produtos inflamáveis</a:t>
            </a:r>
          </a:p>
          <a:p>
            <a:pPr algn="just"/>
            <a:r>
              <a:rPr lang="pt-BR" sz="1310" dirty="0">
                <a:latin typeface="Arial" panose="020B0604020202020204" pitchFamily="34" charset="0"/>
                <a:cs typeface="Arial" panose="020B0604020202020204" pitchFamily="34" charset="0"/>
              </a:rPr>
              <a:t>1.2 Utilize uma tomada exclusiva para a ligação do balcão, não faça o uso de extensões ou conectores</a:t>
            </a:r>
          </a:p>
          <a:p>
            <a:pPr algn="just"/>
            <a:r>
              <a:rPr lang="pt-BR" sz="1310" dirty="0">
                <a:latin typeface="Arial" panose="020B0604020202020204" pitchFamily="34" charset="0"/>
                <a:cs typeface="Arial" panose="020B0604020202020204" pitchFamily="34" charset="0"/>
              </a:rPr>
              <a:t>1.3 Não desligue o balcão puxando pelo cabo elétrico. O manuseio deve ser realizado através do plug do cabo.</a:t>
            </a:r>
          </a:p>
          <a:p>
            <a:pPr algn="just"/>
            <a:r>
              <a:rPr lang="pt-BR" sz="1310" dirty="0">
                <a:latin typeface="Arial" panose="020B0604020202020204" pitchFamily="34" charset="0"/>
                <a:cs typeface="Arial" panose="020B0604020202020204" pitchFamily="34" charset="0"/>
              </a:rPr>
              <a:t>1.4 Desligue o balcão da tomada sempre que fizer limpeza ou manutenção. </a:t>
            </a:r>
          </a:p>
        </p:txBody>
      </p:sp>
      <p:pic>
        <p:nvPicPr>
          <p:cNvPr id="19" name="Imagem 18">
            <a:extLst>
              <a:ext uri="{FF2B5EF4-FFF2-40B4-BE49-F238E27FC236}">
                <a16:creationId xmlns:a16="http://schemas.microsoft.com/office/drawing/2014/main" id="{BB0353E3-5EE1-4D68-ACED-8DC532F46A56}"/>
              </a:ext>
            </a:extLst>
          </p:cNvPr>
          <p:cNvPicPr>
            <a:picLocks noChangeAspect="1"/>
          </p:cNvPicPr>
          <p:nvPr/>
        </p:nvPicPr>
        <p:blipFill>
          <a:blip r:embed="rId3" cstate="print">
            <a:extLst>
              <a:ext uri="{BEBA8EAE-BF5A-486C-A8C5-ECC9F3942E4B}">
                <a14:imgProps xmlns:a14="http://schemas.microsoft.com/office/drawing/2010/main">
                  <a14:imgLayer r:embed="rId4">
                    <a14:imgEffect>
                      <a14:saturation sat="33000"/>
                    </a14:imgEffect>
                  </a14:imgLayer>
                </a14:imgProps>
              </a:ext>
              <a:ext uri="{28A0092B-C50C-407E-A947-70E740481C1C}">
                <a14:useLocalDpi xmlns:a14="http://schemas.microsoft.com/office/drawing/2010/main" val="0"/>
              </a:ext>
            </a:extLst>
          </a:blip>
          <a:stretch>
            <a:fillRect/>
          </a:stretch>
        </p:blipFill>
        <p:spPr>
          <a:xfrm rot="5400000">
            <a:off x="3634221" y="767172"/>
            <a:ext cx="1033076" cy="719079"/>
          </a:xfrm>
          <a:prstGeom prst="rect">
            <a:avLst/>
          </a:prstGeom>
        </p:spPr>
      </p:pic>
      <p:pic>
        <p:nvPicPr>
          <p:cNvPr id="21" name="Imagem 20">
            <a:extLst>
              <a:ext uri="{FF2B5EF4-FFF2-40B4-BE49-F238E27FC236}">
                <a16:creationId xmlns:a16="http://schemas.microsoft.com/office/drawing/2014/main" id="{65358F54-8830-46DE-9F78-FDAE0571EF7F}"/>
              </a:ext>
            </a:extLst>
          </p:cNvPr>
          <p:cNvPicPr>
            <a:picLocks noChangeAspect="1"/>
          </p:cNvPicPr>
          <p:nvPr/>
        </p:nvPicPr>
        <p:blipFill>
          <a:blip r:embed="rId5" cstate="print">
            <a:extLst>
              <a:ext uri="{BEBA8EAE-BF5A-486C-A8C5-ECC9F3942E4B}">
                <a14:imgProps xmlns:a14="http://schemas.microsoft.com/office/drawing/2010/main">
                  <a14:imgLayer r:embed="rId6">
                    <a14:imgEffect>
                      <a14:saturation sat="0"/>
                    </a14:imgEffect>
                  </a14:imgLayer>
                </a14:imgProps>
              </a:ext>
              <a:ext uri="{28A0092B-C50C-407E-A947-70E740481C1C}">
                <a14:useLocalDpi xmlns:a14="http://schemas.microsoft.com/office/drawing/2010/main" val="0"/>
              </a:ext>
            </a:extLst>
          </a:blip>
          <a:stretch>
            <a:fillRect/>
          </a:stretch>
        </p:blipFill>
        <p:spPr>
          <a:xfrm>
            <a:off x="4741649" y="1634734"/>
            <a:ext cx="1491591" cy="937482"/>
          </a:xfrm>
          <a:prstGeom prst="rect">
            <a:avLst/>
          </a:prstGeom>
        </p:spPr>
      </p:pic>
      <p:pic>
        <p:nvPicPr>
          <p:cNvPr id="23" name="Imagem 22">
            <a:extLst>
              <a:ext uri="{FF2B5EF4-FFF2-40B4-BE49-F238E27FC236}">
                <a16:creationId xmlns:a16="http://schemas.microsoft.com/office/drawing/2014/main" id="{89889606-65C3-4FE2-B027-8EC6926897B5}"/>
              </a:ext>
            </a:extLst>
          </p:cNvPr>
          <p:cNvPicPr>
            <a:picLocks noChangeAspect="1"/>
          </p:cNvPicPr>
          <p:nvPr/>
        </p:nvPicPr>
        <p:blipFill rotWithShape="1">
          <a:blip r:embed="rId7" cstate="print">
            <a:extLst>
              <a:ext uri="{BEBA8EAE-BF5A-486C-A8C5-ECC9F3942E4B}">
                <a14:imgProps xmlns:a14="http://schemas.microsoft.com/office/drawing/2010/main">
                  <a14:imgLayer r:embed="rId8">
                    <a14:imgEffect>
                      <a14:saturation sat="0"/>
                    </a14:imgEffect>
                  </a14:imgLayer>
                </a14:imgProps>
              </a:ext>
              <a:ext uri="{28A0092B-C50C-407E-A947-70E740481C1C}">
                <a14:useLocalDpi xmlns:a14="http://schemas.microsoft.com/office/drawing/2010/main" val="0"/>
              </a:ext>
            </a:extLst>
          </a:blip>
          <a:srcRect r="51692"/>
          <a:stretch/>
        </p:blipFill>
        <p:spPr>
          <a:xfrm>
            <a:off x="4382109" y="443796"/>
            <a:ext cx="719079" cy="677290"/>
          </a:xfrm>
          <a:prstGeom prst="rect">
            <a:avLst/>
          </a:prstGeom>
        </p:spPr>
      </p:pic>
      <p:pic>
        <p:nvPicPr>
          <p:cNvPr id="27" name="Imagem 26">
            <a:extLst>
              <a:ext uri="{FF2B5EF4-FFF2-40B4-BE49-F238E27FC236}">
                <a16:creationId xmlns:a16="http://schemas.microsoft.com/office/drawing/2014/main" id="{EA28DB48-C487-46E4-8020-E6721CDC6A1A}"/>
              </a:ext>
            </a:extLst>
          </p:cNvPr>
          <p:cNvPicPr>
            <a:picLocks noChangeAspect="1"/>
          </p:cNvPicPr>
          <p:nvPr/>
        </p:nvPicPr>
        <p:blipFill rotWithShape="1">
          <a:blip r:embed="rId9" cstate="print">
            <a:extLst>
              <a:ext uri="{BEBA8EAE-BF5A-486C-A8C5-ECC9F3942E4B}">
                <a14:imgProps xmlns:a14="http://schemas.microsoft.com/office/drawing/2010/main">
                  <a14:imgLayer r:embed="rId10">
                    <a14:imgEffect>
                      <a14:saturation sat="0"/>
                    </a14:imgEffect>
                  </a14:imgLayer>
                </a14:imgProps>
              </a:ext>
              <a:ext uri="{28A0092B-C50C-407E-A947-70E740481C1C}">
                <a14:useLocalDpi xmlns:a14="http://schemas.microsoft.com/office/drawing/2010/main" val="0"/>
              </a:ext>
            </a:extLst>
          </a:blip>
          <a:srcRect l="50957" t="-10857" r="-7995" b="-1991"/>
          <a:stretch/>
        </p:blipFill>
        <p:spPr>
          <a:xfrm>
            <a:off x="6068289" y="1824434"/>
            <a:ext cx="849038" cy="764306"/>
          </a:xfrm>
          <a:prstGeom prst="rect">
            <a:avLst/>
          </a:prstGeom>
        </p:spPr>
      </p:pic>
      <p:sp>
        <p:nvSpPr>
          <p:cNvPr id="14" name="Retângulo 13">
            <a:extLst>
              <a:ext uri="{FF2B5EF4-FFF2-40B4-BE49-F238E27FC236}">
                <a16:creationId xmlns:a16="http://schemas.microsoft.com/office/drawing/2014/main" id="{57800981-84E5-4AE5-954D-E3152E965CC4}"/>
              </a:ext>
            </a:extLst>
          </p:cNvPr>
          <p:cNvSpPr/>
          <p:nvPr/>
        </p:nvSpPr>
        <p:spPr>
          <a:xfrm>
            <a:off x="153070" y="2810905"/>
            <a:ext cx="6551859" cy="300525"/>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BR" sz="1441" b="1" dirty="0">
                <a:solidFill>
                  <a:schemeClr val="tx1"/>
                </a:solidFill>
              </a:rPr>
              <a:t>2. Instalação</a:t>
            </a:r>
          </a:p>
        </p:txBody>
      </p:sp>
      <p:sp>
        <p:nvSpPr>
          <p:cNvPr id="17" name="CaixaDeTexto 16">
            <a:extLst>
              <a:ext uri="{FF2B5EF4-FFF2-40B4-BE49-F238E27FC236}">
                <a16:creationId xmlns:a16="http://schemas.microsoft.com/office/drawing/2014/main" id="{3090799C-3C07-4C6D-A68C-F3F0A9F2BABB}"/>
              </a:ext>
            </a:extLst>
          </p:cNvPr>
          <p:cNvSpPr txBox="1"/>
          <p:nvPr/>
        </p:nvSpPr>
        <p:spPr>
          <a:xfrm>
            <a:off x="101301" y="3128155"/>
            <a:ext cx="6573180" cy="4124206"/>
          </a:xfrm>
          <a:prstGeom prst="rect">
            <a:avLst/>
          </a:prstGeom>
          <a:noFill/>
        </p:spPr>
        <p:txBody>
          <a:bodyPr wrap="square" rtlCol="0">
            <a:spAutoFit/>
          </a:bodyPr>
          <a:lstStyle/>
          <a:p>
            <a:pPr algn="just"/>
            <a:r>
              <a:rPr lang="pt-BR" sz="1310" dirty="0">
                <a:latin typeface="Arial" panose="020B0604020202020204" pitchFamily="34" charset="0"/>
                <a:cs typeface="Arial" panose="020B0604020202020204" pitchFamily="34" charset="0"/>
              </a:rPr>
              <a:t>2.1 Escolha um local seco, arejado, plano e principalmente, longe da exposição de fontes de calor</a:t>
            </a:r>
          </a:p>
          <a:p>
            <a:pPr algn="just"/>
            <a:r>
              <a:rPr lang="pt-BR" sz="1310" dirty="0">
                <a:latin typeface="Arial" panose="020B0604020202020204" pitchFamily="34" charset="0"/>
                <a:cs typeface="Arial" panose="020B0604020202020204" pitchFamily="34" charset="0"/>
              </a:rPr>
              <a:t>2.2 A unidade de refrigeração do balcão deve ter a entrada e saída de ar livres, sem bloqueio de paredes ou objetos.</a:t>
            </a:r>
          </a:p>
          <a:p>
            <a:pPr algn="just"/>
            <a:r>
              <a:rPr lang="pt-BR" sz="1310" dirty="0">
                <a:latin typeface="Arial" panose="020B0604020202020204" pitchFamily="34" charset="0"/>
                <a:cs typeface="Arial" panose="020B0604020202020204" pitchFamily="34" charset="0"/>
              </a:rPr>
              <a:t>2.3 Providenciar tomada exclusiva de energia elétrica com aterramento, voltagem e potência equivalente ao do balcão. Se a tensão da rede local apresentar variações muito bruscas, torna-se necessário a utilização de um estabilizador de tensão, com capacidade compatível com o consumo em Watt. A variação na tensão não pode ser superior a 10%, para mais ou para menos.</a:t>
            </a:r>
          </a:p>
          <a:p>
            <a:pPr algn="just"/>
            <a:r>
              <a:rPr lang="pt-BR" sz="1310" dirty="0">
                <a:latin typeface="Arial" panose="020B0604020202020204" pitchFamily="34" charset="0"/>
                <a:cs typeface="Arial" panose="020B0604020202020204" pitchFamily="34" charset="0"/>
              </a:rPr>
              <a:t>2.4 Retire a embalagem e as películas de proteção das chapas metálicas. Caso haja peças em aço inox é muito importante retirar a película azul de proteção para evitar manchas.</a:t>
            </a:r>
          </a:p>
          <a:p>
            <a:pPr algn="just"/>
            <a:r>
              <a:rPr lang="pt-BR" sz="1310" dirty="0">
                <a:latin typeface="Arial" panose="020B0604020202020204" pitchFamily="34" charset="0"/>
                <a:cs typeface="Arial" panose="020B0604020202020204" pitchFamily="34" charset="0"/>
              </a:rPr>
              <a:t>2.5 Inserir o plug na tomada exclusiva para o produto. O pino central do plugue do cordão de alimentação elétrica do balcão, corresponde a ligação do fio terra, seguindo a norma padrão de aterramento. O aterramento é necessário independente da voltagem da rede elétrica e </a:t>
            </a:r>
            <a:r>
              <a:rPr lang="pt-BR" sz="1310" b="1" dirty="0">
                <a:latin typeface="Arial" panose="020B0604020202020204" pitchFamily="34" charset="0"/>
                <a:cs typeface="Arial" panose="020B0604020202020204" pitchFamily="34" charset="0"/>
              </a:rPr>
              <a:t>NÃO</a:t>
            </a:r>
            <a:r>
              <a:rPr lang="pt-BR" sz="1310" dirty="0">
                <a:latin typeface="Arial" panose="020B0604020202020204" pitchFamily="34" charset="0"/>
                <a:cs typeface="Arial" panose="020B0604020202020204" pitchFamily="34" charset="0"/>
              </a:rPr>
              <a:t> deve ser feita ao fio neutro da rede elétrica, da água de gás ou torneiras. Para fazer um aterramento correto siga as normas da ABNT.</a:t>
            </a:r>
          </a:p>
          <a:p>
            <a:pPr algn="just"/>
            <a:endParaRPr lang="pt-BR" sz="1310" dirty="0">
              <a:latin typeface="Arial" panose="020B0604020202020204" pitchFamily="34" charset="0"/>
              <a:cs typeface="Arial" panose="020B0604020202020204" pitchFamily="34" charset="0"/>
            </a:endParaRPr>
          </a:p>
          <a:p>
            <a:pPr algn="just"/>
            <a:r>
              <a:rPr lang="pt-BR" sz="1310" b="1" dirty="0">
                <a:latin typeface="Arial" panose="020B0604020202020204" pitchFamily="34" charset="0"/>
                <a:cs typeface="Arial" panose="020B0604020202020204" pitchFamily="34" charset="0"/>
              </a:rPr>
              <a:t>NOTA: </a:t>
            </a:r>
            <a:r>
              <a:rPr lang="pt-BR" sz="1310" dirty="0">
                <a:latin typeface="Arial" panose="020B0604020202020204" pitchFamily="34" charset="0"/>
                <a:cs typeface="Arial" panose="020B0604020202020204" pitchFamily="34" charset="0"/>
              </a:rPr>
              <a:t>Se o cordão de alimentação for rompido ou danificado, deverá ser substituído pelo fabricante ou técnico autorizado ou pessoa qualificada, a fim de evitar riscos.</a:t>
            </a:r>
          </a:p>
        </p:txBody>
      </p:sp>
      <p:sp>
        <p:nvSpPr>
          <p:cNvPr id="18" name="Retângulo 17">
            <a:extLst>
              <a:ext uri="{FF2B5EF4-FFF2-40B4-BE49-F238E27FC236}">
                <a16:creationId xmlns:a16="http://schemas.microsoft.com/office/drawing/2014/main" id="{951473B9-A093-4245-A653-752CBC42B771}"/>
              </a:ext>
            </a:extLst>
          </p:cNvPr>
          <p:cNvSpPr/>
          <p:nvPr/>
        </p:nvSpPr>
        <p:spPr>
          <a:xfrm>
            <a:off x="111960" y="7192982"/>
            <a:ext cx="6551859" cy="300525"/>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BR" sz="1441" b="1" dirty="0">
                <a:solidFill>
                  <a:schemeClr val="tx1"/>
                </a:solidFill>
              </a:rPr>
              <a:t>3. Utilização</a:t>
            </a:r>
          </a:p>
        </p:txBody>
      </p:sp>
      <p:sp>
        <p:nvSpPr>
          <p:cNvPr id="20" name="CaixaDeTexto 19">
            <a:extLst>
              <a:ext uri="{FF2B5EF4-FFF2-40B4-BE49-F238E27FC236}">
                <a16:creationId xmlns:a16="http://schemas.microsoft.com/office/drawing/2014/main" id="{B3294B49-949E-44C0-B10A-B9C56C40BE50}"/>
              </a:ext>
            </a:extLst>
          </p:cNvPr>
          <p:cNvSpPr txBox="1"/>
          <p:nvPr/>
        </p:nvSpPr>
        <p:spPr>
          <a:xfrm>
            <a:off x="101300" y="7493506"/>
            <a:ext cx="6573180" cy="293927"/>
          </a:xfrm>
          <a:prstGeom prst="rect">
            <a:avLst/>
          </a:prstGeom>
          <a:noFill/>
        </p:spPr>
        <p:txBody>
          <a:bodyPr wrap="square" rtlCol="0">
            <a:spAutoFit/>
          </a:bodyPr>
          <a:lstStyle/>
          <a:p>
            <a:pPr algn="just"/>
            <a:r>
              <a:rPr lang="pt-BR" sz="1310" dirty="0">
                <a:latin typeface="Arial" panose="020B0604020202020204" pitchFamily="34" charset="0"/>
                <a:cs typeface="Arial" panose="020B0604020202020204" pitchFamily="34" charset="0"/>
              </a:rPr>
              <a:t>3.1 O balcão é destinado à exposição de produtos em temperatura ambiente</a:t>
            </a:r>
            <a:r>
              <a:rPr lang="pt-BR" sz="1310" dirty="0">
                <a:solidFill>
                  <a:srgbClr val="FF0000"/>
                </a:solidFill>
                <a:latin typeface="Arial" panose="020B0604020202020204" pitchFamily="34" charset="0"/>
                <a:cs typeface="Arial" panose="020B0604020202020204" pitchFamily="34" charset="0"/>
              </a:rPr>
              <a:t>.</a:t>
            </a:r>
          </a:p>
        </p:txBody>
      </p:sp>
      <p:sp>
        <p:nvSpPr>
          <p:cNvPr id="24" name="CaixaDeTexto 23">
            <a:extLst>
              <a:ext uri="{FF2B5EF4-FFF2-40B4-BE49-F238E27FC236}">
                <a16:creationId xmlns:a16="http://schemas.microsoft.com/office/drawing/2014/main" id="{B69030B1-1C0B-4E4F-85C4-FA2462543163}"/>
              </a:ext>
            </a:extLst>
          </p:cNvPr>
          <p:cNvSpPr txBox="1"/>
          <p:nvPr/>
        </p:nvSpPr>
        <p:spPr>
          <a:xfrm>
            <a:off x="3140183" y="9439552"/>
            <a:ext cx="495411" cy="273793"/>
          </a:xfrm>
          <a:prstGeom prst="rect">
            <a:avLst/>
          </a:prstGeom>
          <a:noFill/>
        </p:spPr>
        <p:txBody>
          <a:bodyPr wrap="square" rtlCol="0">
            <a:spAutoFit/>
          </a:bodyPr>
          <a:lstStyle/>
          <a:p>
            <a:r>
              <a:rPr lang="pt-BR" sz="1179" dirty="0">
                <a:latin typeface="Arial" panose="020B0604020202020204" pitchFamily="34" charset="0"/>
                <a:cs typeface="Arial" panose="020B0604020202020204" pitchFamily="34" charset="0"/>
              </a:rPr>
              <a:t>02</a:t>
            </a:r>
          </a:p>
        </p:txBody>
      </p:sp>
      <p:sp>
        <p:nvSpPr>
          <p:cNvPr id="30" name="CaixaDeTexto 29">
            <a:extLst>
              <a:ext uri="{FF2B5EF4-FFF2-40B4-BE49-F238E27FC236}">
                <a16:creationId xmlns:a16="http://schemas.microsoft.com/office/drawing/2014/main" id="{22DCA115-2EFE-4207-A16D-65475D16E527}"/>
              </a:ext>
            </a:extLst>
          </p:cNvPr>
          <p:cNvSpPr txBox="1"/>
          <p:nvPr/>
        </p:nvSpPr>
        <p:spPr>
          <a:xfrm>
            <a:off x="84252" y="8152715"/>
            <a:ext cx="6603631" cy="898708"/>
          </a:xfrm>
          <a:prstGeom prst="rect">
            <a:avLst/>
          </a:prstGeom>
          <a:noFill/>
        </p:spPr>
        <p:txBody>
          <a:bodyPr wrap="square" rtlCol="0">
            <a:spAutoFit/>
          </a:bodyPr>
          <a:lstStyle/>
          <a:p>
            <a:pPr algn="just"/>
            <a:r>
              <a:rPr lang="pt-BR" sz="1310" dirty="0">
                <a:latin typeface="Arial" panose="020B0604020202020204" pitchFamily="34" charset="0"/>
                <a:cs typeface="Arial" panose="020B0604020202020204" pitchFamily="34" charset="0"/>
              </a:rPr>
              <a:t>4.1 O balcão possui lâmpadas de LED tubular interna </a:t>
            </a:r>
          </a:p>
          <a:p>
            <a:pPr algn="just"/>
            <a:r>
              <a:rPr lang="pt-BR" sz="1310" dirty="0">
                <a:latin typeface="Arial" panose="020B0604020202020204" pitchFamily="34" charset="0"/>
                <a:cs typeface="Arial" panose="020B0604020202020204" pitchFamily="34" charset="0"/>
              </a:rPr>
              <a:t>4.2 A Quantidade de lâmpadas depende das dimensões do produto.</a:t>
            </a:r>
          </a:p>
          <a:p>
            <a:pPr algn="just"/>
            <a:r>
              <a:rPr lang="pt-BR" sz="1310" dirty="0">
                <a:latin typeface="Arial" panose="020B0604020202020204" pitchFamily="34" charset="0"/>
                <a:cs typeface="Arial" panose="020B0604020202020204" pitchFamily="34" charset="0"/>
              </a:rPr>
              <a:t>4.3 As lâmpadas são acionadas através do interruptor localizado na parte posterior direito.</a:t>
            </a:r>
          </a:p>
        </p:txBody>
      </p:sp>
      <p:sp>
        <p:nvSpPr>
          <p:cNvPr id="31" name="Retângulo 30">
            <a:extLst>
              <a:ext uri="{FF2B5EF4-FFF2-40B4-BE49-F238E27FC236}">
                <a16:creationId xmlns:a16="http://schemas.microsoft.com/office/drawing/2014/main" id="{C873559A-6CA5-4EA6-86E8-186D5613D3E3}"/>
              </a:ext>
            </a:extLst>
          </p:cNvPr>
          <p:cNvSpPr/>
          <p:nvPr/>
        </p:nvSpPr>
        <p:spPr>
          <a:xfrm>
            <a:off x="142314" y="7887241"/>
            <a:ext cx="6551859" cy="300525"/>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BR" sz="1441" b="1" dirty="0">
                <a:solidFill>
                  <a:schemeClr val="tx1"/>
                </a:solidFill>
              </a:rPr>
              <a:t>4.  Iluminação</a:t>
            </a:r>
            <a:endParaRPr lang="pt-BR" sz="1441" b="1" i="1" dirty="0">
              <a:solidFill>
                <a:schemeClr val="tx1"/>
              </a:solidFill>
            </a:endParaRPr>
          </a:p>
        </p:txBody>
      </p:sp>
    </p:spTree>
    <p:extLst>
      <p:ext uri="{BB962C8B-B14F-4D97-AF65-F5344CB8AC3E}">
        <p14:creationId xmlns:p14="http://schemas.microsoft.com/office/powerpoint/2010/main" val="22324490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a:extLst>
              <a:ext uri="{FF2B5EF4-FFF2-40B4-BE49-F238E27FC236}">
                <a16:creationId xmlns:a16="http://schemas.microsoft.com/office/drawing/2014/main" id="{8253F2D6-1465-4637-9907-E3E636C03309}"/>
              </a:ext>
            </a:extLst>
          </p:cNvPr>
          <p:cNvSpPr txBox="1"/>
          <p:nvPr/>
        </p:nvSpPr>
        <p:spPr>
          <a:xfrm>
            <a:off x="3149960" y="9431735"/>
            <a:ext cx="495411" cy="273793"/>
          </a:xfrm>
          <a:prstGeom prst="rect">
            <a:avLst/>
          </a:prstGeom>
          <a:noFill/>
        </p:spPr>
        <p:txBody>
          <a:bodyPr wrap="square" rtlCol="0">
            <a:spAutoFit/>
          </a:bodyPr>
          <a:lstStyle/>
          <a:p>
            <a:r>
              <a:rPr lang="pt-BR" sz="1179" dirty="0">
                <a:latin typeface="Arial" panose="020B0604020202020204" pitchFamily="34" charset="0"/>
                <a:cs typeface="Arial" panose="020B0604020202020204" pitchFamily="34" charset="0"/>
              </a:rPr>
              <a:t>03</a:t>
            </a:r>
          </a:p>
        </p:txBody>
      </p:sp>
      <p:sp>
        <p:nvSpPr>
          <p:cNvPr id="5" name="Retângulo 4">
            <a:extLst>
              <a:ext uri="{FF2B5EF4-FFF2-40B4-BE49-F238E27FC236}">
                <a16:creationId xmlns:a16="http://schemas.microsoft.com/office/drawing/2014/main" id="{4D807BF9-65F6-4578-B46D-FCABF3A20A56}"/>
              </a:ext>
            </a:extLst>
          </p:cNvPr>
          <p:cNvSpPr/>
          <p:nvPr/>
        </p:nvSpPr>
        <p:spPr>
          <a:xfrm>
            <a:off x="149973" y="128464"/>
            <a:ext cx="6558053" cy="276758"/>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BR" sz="1441" b="1" dirty="0">
                <a:solidFill>
                  <a:schemeClr val="tx1"/>
                </a:solidFill>
              </a:rPr>
              <a:t>5. Troca da Lâmpada</a:t>
            </a:r>
          </a:p>
        </p:txBody>
      </p:sp>
      <p:sp>
        <p:nvSpPr>
          <p:cNvPr id="6" name="Retângulo 5">
            <a:extLst>
              <a:ext uri="{FF2B5EF4-FFF2-40B4-BE49-F238E27FC236}">
                <a16:creationId xmlns:a16="http://schemas.microsoft.com/office/drawing/2014/main" id="{2942003C-C87B-4396-AC53-D84B181D8A94}"/>
              </a:ext>
            </a:extLst>
          </p:cNvPr>
          <p:cNvSpPr/>
          <p:nvPr/>
        </p:nvSpPr>
        <p:spPr>
          <a:xfrm>
            <a:off x="95850" y="461276"/>
            <a:ext cx="6603631" cy="1100301"/>
          </a:xfrm>
          <a:prstGeom prst="rect">
            <a:avLst/>
          </a:prstGeom>
        </p:spPr>
        <p:txBody>
          <a:bodyPr wrap="square">
            <a:spAutoFit/>
          </a:bodyPr>
          <a:lstStyle/>
          <a:p>
            <a:pPr algn="just"/>
            <a:r>
              <a:rPr lang="pt-BR" sz="1310" dirty="0">
                <a:latin typeface="Arial" panose="020B0604020202020204" pitchFamily="34" charset="0"/>
                <a:cs typeface="Arial" panose="020B0604020202020204" pitchFamily="34" charset="0"/>
              </a:rPr>
              <a:t>5.1 Antes de iniciar o processo de troca da lâmpada deve – se providenciar lâmpadas do mesmo modelo e potência.</a:t>
            </a:r>
          </a:p>
          <a:p>
            <a:pPr algn="just"/>
            <a:r>
              <a:rPr lang="pt-BR" sz="1310" dirty="0">
                <a:latin typeface="Arial" panose="020B0604020202020204" pitchFamily="34" charset="0"/>
                <a:cs typeface="Arial" panose="020B0604020202020204" pitchFamily="34" charset="0"/>
              </a:rPr>
              <a:t>5.2 Para a troca da lâmpada é necessário que o balcão esteja desligado da rede elétrica, retirando o cabo elétrico da tomada.</a:t>
            </a:r>
          </a:p>
          <a:p>
            <a:pPr algn="just"/>
            <a:r>
              <a:rPr lang="pt-BR" sz="1310" dirty="0">
                <a:latin typeface="Arial" panose="020B0604020202020204" pitchFamily="34" charset="0"/>
                <a:cs typeface="Arial" panose="020B0604020202020204" pitchFamily="34" charset="0"/>
              </a:rPr>
              <a:t>5.3 Para a troca siga as instruções a seguir.</a:t>
            </a:r>
          </a:p>
        </p:txBody>
      </p:sp>
      <p:sp>
        <p:nvSpPr>
          <p:cNvPr id="14" name="Retângulo 13">
            <a:extLst>
              <a:ext uri="{FF2B5EF4-FFF2-40B4-BE49-F238E27FC236}">
                <a16:creationId xmlns:a16="http://schemas.microsoft.com/office/drawing/2014/main" id="{FA03B085-B3A9-40D6-8714-3DC23D827CE8}"/>
              </a:ext>
            </a:extLst>
          </p:cNvPr>
          <p:cNvSpPr/>
          <p:nvPr/>
        </p:nvSpPr>
        <p:spPr>
          <a:xfrm>
            <a:off x="125838" y="7545288"/>
            <a:ext cx="6551859" cy="300525"/>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BR" sz="1441" b="1" dirty="0">
                <a:solidFill>
                  <a:schemeClr val="tx1"/>
                </a:solidFill>
              </a:rPr>
              <a:t>6. Limpeza</a:t>
            </a:r>
          </a:p>
        </p:txBody>
      </p:sp>
      <p:sp>
        <p:nvSpPr>
          <p:cNvPr id="15" name="CaixaDeTexto 14">
            <a:extLst>
              <a:ext uri="{FF2B5EF4-FFF2-40B4-BE49-F238E27FC236}">
                <a16:creationId xmlns:a16="http://schemas.microsoft.com/office/drawing/2014/main" id="{7D632E64-5353-46AC-94D3-43A35E0D4BFF}"/>
              </a:ext>
            </a:extLst>
          </p:cNvPr>
          <p:cNvSpPr txBox="1"/>
          <p:nvPr/>
        </p:nvSpPr>
        <p:spPr>
          <a:xfrm>
            <a:off x="63502" y="7823140"/>
            <a:ext cx="6551859" cy="1705082"/>
          </a:xfrm>
          <a:prstGeom prst="rect">
            <a:avLst/>
          </a:prstGeom>
          <a:noFill/>
        </p:spPr>
        <p:txBody>
          <a:bodyPr wrap="square" rtlCol="0">
            <a:spAutoFit/>
          </a:bodyPr>
          <a:lstStyle/>
          <a:p>
            <a:pPr algn="just"/>
            <a:r>
              <a:rPr lang="pt-BR" sz="1310" dirty="0">
                <a:latin typeface="Arial" panose="020B0604020202020204" pitchFamily="34" charset="0"/>
                <a:cs typeface="Arial" panose="020B0604020202020204" pitchFamily="34" charset="0"/>
              </a:rPr>
              <a:t>6.1 Antes da limpeza do balcão é necessário que o produto esteja desligado da rede elétrica</a:t>
            </a:r>
          </a:p>
          <a:p>
            <a:pPr algn="just"/>
            <a:r>
              <a:rPr lang="pt-BR" sz="1310" dirty="0">
                <a:latin typeface="Arial" panose="020B0604020202020204" pitchFamily="34" charset="0"/>
                <a:cs typeface="Arial" panose="020B0604020202020204" pitchFamily="34" charset="0"/>
              </a:rPr>
              <a:t>6.2Para a limpeza do balcão utilize somente um pano umedecido com água e sabão neutro.</a:t>
            </a:r>
          </a:p>
          <a:p>
            <a:pPr algn="just"/>
            <a:r>
              <a:rPr lang="pt-BR" sz="1310" dirty="0">
                <a:latin typeface="Arial" panose="020B0604020202020204" pitchFamily="34" charset="0"/>
                <a:cs typeface="Arial" panose="020B0604020202020204" pitchFamily="34" charset="0"/>
              </a:rPr>
              <a:t>6.3 Não utilize produtos tóxicos (álcool, solventes e etc.)  ou produtos abrasivos.</a:t>
            </a:r>
          </a:p>
          <a:p>
            <a:pPr algn="just"/>
            <a:r>
              <a:rPr lang="pt-BR" sz="1310" dirty="0">
                <a:latin typeface="Arial" panose="020B0604020202020204" pitchFamily="34" charset="0"/>
                <a:cs typeface="Arial" panose="020B0604020202020204" pitchFamily="34" charset="0"/>
              </a:rPr>
              <a:t>6.4 Não utilize esponjas de aço, escovas, objetos pontiagudos, objetos cortantes ou qualquer material que possa danificar o produto.</a:t>
            </a:r>
          </a:p>
          <a:p>
            <a:pPr algn="just"/>
            <a:r>
              <a:rPr lang="pt-BR" sz="1310" dirty="0">
                <a:latin typeface="Arial" panose="020B0604020202020204" pitchFamily="34" charset="0"/>
                <a:cs typeface="Arial" panose="020B0604020202020204" pitchFamily="34" charset="0"/>
              </a:rPr>
              <a:t>6.5 Não esguiche água no balcão.</a:t>
            </a:r>
          </a:p>
        </p:txBody>
      </p:sp>
      <p:graphicFrame>
        <p:nvGraphicFramePr>
          <p:cNvPr id="18" name="Tabela 17">
            <a:extLst>
              <a:ext uri="{FF2B5EF4-FFF2-40B4-BE49-F238E27FC236}">
                <a16:creationId xmlns:a16="http://schemas.microsoft.com/office/drawing/2014/main" id="{A7B12889-5DE2-4CFE-9526-EB0170E25EFF}"/>
              </a:ext>
            </a:extLst>
          </p:cNvPr>
          <p:cNvGraphicFramePr>
            <a:graphicFrameLocks noGrp="1"/>
          </p:cNvGraphicFramePr>
          <p:nvPr>
            <p:extLst>
              <p:ext uri="{D42A27DB-BD31-4B8C-83A1-F6EECF244321}">
                <p14:modId xmlns:p14="http://schemas.microsoft.com/office/powerpoint/2010/main" val="1550450243"/>
              </p:ext>
            </p:extLst>
          </p:nvPr>
        </p:nvGraphicFramePr>
        <p:xfrm>
          <a:off x="190405" y="1561577"/>
          <a:ext cx="6541757" cy="5703642"/>
        </p:xfrm>
        <a:graphic>
          <a:graphicData uri="http://schemas.openxmlformats.org/drawingml/2006/table">
            <a:tbl>
              <a:tblPr firstRow="1" bandRow="1">
                <a:tableStyleId>{5940675A-B579-460E-94D1-54222C63F5DA}</a:tableStyleId>
              </a:tblPr>
              <a:tblGrid>
                <a:gridCol w="2430855">
                  <a:extLst>
                    <a:ext uri="{9D8B030D-6E8A-4147-A177-3AD203B41FA5}">
                      <a16:colId xmlns:a16="http://schemas.microsoft.com/office/drawing/2014/main" val="1446479236"/>
                    </a:ext>
                  </a:extLst>
                </a:gridCol>
                <a:gridCol w="4110902">
                  <a:extLst>
                    <a:ext uri="{9D8B030D-6E8A-4147-A177-3AD203B41FA5}">
                      <a16:colId xmlns:a16="http://schemas.microsoft.com/office/drawing/2014/main" val="7825786"/>
                    </a:ext>
                  </a:extLst>
                </a:gridCol>
              </a:tblGrid>
              <a:tr h="1621213">
                <a:tc>
                  <a:txBody>
                    <a:bodyPr/>
                    <a:lstStyle/>
                    <a:p>
                      <a:pPr marL="0" marR="0" lvl="0" indent="0" algn="just" defTabSz="1043056" rtl="0" eaLnBrk="1" fontAlgn="auto" latinLnBrk="0" hangingPunct="1">
                        <a:lnSpc>
                          <a:spcPct val="100000"/>
                        </a:lnSpc>
                        <a:spcBef>
                          <a:spcPts val="0"/>
                        </a:spcBef>
                        <a:spcAft>
                          <a:spcPts val="0"/>
                        </a:spcAft>
                        <a:buClrTx/>
                        <a:buSzTx/>
                        <a:buFontTx/>
                        <a:buNone/>
                        <a:tabLst/>
                        <a:defRPr/>
                      </a:pPr>
                      <a:r>
                        <a:rPr lang="pt-BR" sz="1300" dirty="0">
                          <a:latin typeface="Arial" panose="020B0604020202020204" pitchFamily="34" charset="0"/>
                          <a:cs typeface="Arial" panose="020B0604020202020204" pitchFamily="34" charset="0"/>
                        </a:rPr>
                        <a:t>5.4 Desencaixar</a:t>
                      </a:r>
                      <a:r>
                        <a:rPr lang="pt-BR" sz="1300" baseline="0" dirty="0">
                          <a:latin typeface="Arial" panose="020B0604020202020204" pitchFamily="34" charset="0"/>
                          <a:cs typeface="Arial" panose="020B0604020202020204" pitchFamily="34" charset="0"/>
                        </a:rPr>
                        <a:t> os conectores, puxando o conector macho e ao mesmo tempo mantendo o conector Fêmea fixo para que sejam desconectados sem puxar a fiação interna.</a:t>
                      </a:r>
                      <a:endParaRPr lang="pt-BR" sz="1300" dirty="0">
                        <a:latin typeface="Arial" panose="020B0604020202020204" pitchFamily="34" charset="0"/>
                        <a:cs typeface="Arial" panose="020B0604020202020204" pitchFamily="34" charset="0"/>
                      </a:endParaRPr>
                    </a:p>
                  </a:txBody>
                  <a:tcPr marL="165395" marR="165395" marT="82697" marB="82697"/>
                </a:tc>
                <a:tc>
                  <a:txBody>
                    <a:bodyPr/>
                    <a:lstStyle/>
                    <a:p>
                      <a:endParaRPr lang="pt-BR" sz="1300" dirty="0">
                        <a:latin typeface="Arial" panose="020B0604020202020204" pitchFamily="34" charset="0"/>
                        <a:cs typeface="Arial" panose="020B0604020202020204" pitchFamily="34" charset="0"/>
                      </a:endParaRPr>
                    </a:p>
                    <a:p>
                      <a:endParaRPr lang="pt-BR" sz="1300" dirty="0">
                        <a:latin typeface="Arial" panose="020B0604020202020204" pitchFamily="34" charset="0"/>
                        <a:cs typeface="Arial" panose="020B0604020202020204" pitchFamily="34" charset="0"/>
                      </a:endParaRPr>
                    </a:p>
                    <a:p>
                      <a:endParaRPr lang="pt-BR" sz="1300" dirty="0">
                        <a:latin typeface="Arial" panose="020B0604020202020204" pitchFamily="34" charset="0"/>
                        <a:cs typeface="Arial" panose="020B0604020202020204" pitchFamily="34" charset="0"/>
                      </a:endParaRPr>
                    </a:p>
                  </a:txBody>
                  <a:tcPr marL="165395" marR="165395" marT="82697" marB="82697"/>
                </a:tc>
                <a:extLst>
                  <a:ext uri="{0D108BD9-81ED-4DB2-BD59-A6C34878D82A}">
                    <a16:rowId xmlns:a16="http://schemas.microsoft.com/office/drawing/2014/main" val="3082228576"/>
                  </a:ext>
                </a:extLst>
              </a:tr>
              <a:tr h="1410170">
                <a:tc>
                  <a:txBody>
                    <a:bodyPr/>
                    <a:lstStyle/>
                    <a:p>
                      <a:pPr algn="just"/>
                      <a:r>
                        <a:rPr lang="pt-BR" sz="1300" dirty="0">
                          <a:latin typeface="Arial" panose="020B0604020202020204" pitchFamily="34" charset="0"/>
                          <a:cs typeface="Arial" panose="020B0604020202020204" pitchFamily="34" charset="0"/>
                        </a:rPr>
                        <a:t>5.5 Remover</a:t>
                      </a:r>
                      <a:r>
                        <a:rPr lang="pt-BR" sz="1300" baseline="0" dirty="0">
                          <a:latin typeface="Arial" panose="020B0604020202020204" pitchFamily="34" charset="0"/>
                          <a:cs typeface="Arial" panose="020B0604020202020204" pitchFamily="34" charset="0"/>
                        </a:rPr>
                        <a:t> os parafusos.</a:t>
                      </a:r>
                    </a:p>
                    <a:p>
                      <a:pPr algn="just"/>
                      <a:endParaRPr lang="pt-BR" sz="1300" baseline="0" dirty="0">
                        <a:latin typeface="Arial" panose="020B0604020202020204" pitchFamily="34" charset="0"/>
                        <a:cs typeface="Arial" panose="020B0604020202020204" pitchFamily="34" charset="0"/>
                      </a:endParaRPr>
                    </a:p>
                    <a:p>
                      <a:pPr algn="just"/>
                      <a:r>
                        <a:rPr lang="pt-BR" sz="1300" b="0" baseline="0" dirty="0" err="1">
                          <a:latin typeface="Arial" panose="020B0604020202020204" pitchFamily="34" charset="0"/>
                          <a:cs typeface="Arial" panose="020B0604020202020204" pitchFamily="34" charset="0"/>
                        </a:rPr>
                        <a:t>Obs</a:t>
                      </a:r>
                      <a:r>
                        <a:rPr lang="pt-BR" sz="1300" b="0" baseline="0" dirty="0">
                          <a:latin typeface="Arial" panose="020B0604020202020204" pitchFamily="34" charset="0"/>
                          <a:cs typeface="Arial" panose="020B0604020202020204" pitchFamily="34" charset="0"/>
                        </a:rPr>
                        <a:t>: Necessário uma chave de fenda do tipo estrela para realizar a remoção ou a fixação dos parafusos.</a:t>
                      </a:r>
                    </a:p>
                  </a:txBody>
                  <a:tcPr marL="165395" marR="165395" marT="82697" marB="82697"/>
                </a:tc>
                <a:tc>
                  <a:txBody>
                    <a:bodyPr/>
                    <a:lstStyle/>
                    <a:p>
                      <a:endParaRPr lang="pt-BR" sz="1300" dirty="0">
                        <a:latin typeface="Arial" panose="020B0604020202020204" pitchFamily="34" charset="0"/>
                        <a:cs typeface="Arial" panose="020B0604020202020204" pitchFamily="34" charset="0"/>
                      </a:endParaRPr>
                    </a:p>
                  </a:txBody>
                  <a:tcPr marL="165395" marR="165395" marT="82697" marB="82697"/>
                </a:tc>
                <a:extLst>
                  <a:ext uri="{0D108BD9-81ED-4DB2-BD59-A6C34878D82A}">
                    <a16:rowId xmlns:a16="http://schemas.microsoft.com/office/drawing/2014/main" val="973863748"/>
                  </a:ext>
                </a:extLst>
              </a:tr>
              <a:tr h="1109251">
                <a:tc>
                  <a:txBody>
                    <a:bodyPr/>
                    <a:lstStyle/>
                    <a:p>
                      <a:r>
                        <a:rPr lang="pt-BR" sz="1300" kern="1200" dirty="0">
                          <a:solidFill>
                            <a:schemeClr val="tx1"/>
                          </a:solidFill>
                          <a:latin typeface="Arial" panose="020B0604020202020204" pitchFamily="34" charset="0"/>
                          <a:ea typeface="+mn-ea"/>
                          <a:cs typeface="Arial" panose="020B0604020202020204" pitchFamily="34" charset="0"/>
                        </a:rPr>
                        <a:t>5.6 Fixar a lâmpada substituta utilizando</a:t>
                      </a:r>
                      <a:r>
                        <a:rPr lang="pt-BR" sz="1300" kern="1200" baseline="0" dirty="0">
                          <a:solidFill>
                            <a:schemeClr val="tx1"/>
                          </a:solidFill>
                          <a:latin typeface="Arial" panose="020B0604020202020204" pitchFamily="34" charset="0"/>
                          <a:ea typeface="+mn-ea"/>
                          <a:cs typeface="Arial" panose="020B0604020202020204" pitchFamily="34" charset="0"/>
                        </a:rPr>
                        <a:t> os parafusos</a:t>
                      </a:r>
                      <a:r>
                        <a:rPr lang="pt-BR" sz="1300" kern="1200" dirty="0">
                          <a:solidFill>
                            <a:schemeClr val="tx1"/>
                          </a:solidFill>
                          <a:latin typeface="Arial" panose="020B0604020202020204" pitchFamily="34" charset="0"/>
                          <a:ea typeface="+mn-ea"/>
                          <a:cs typeface="Arial" panose="020B0604020202020204" pitchFamily="34" charset="0"/>
                        </a:rPr>
                        <a:t>. O encaixe deve ser conforme figura ao lado.</a:t>
                      </a:r>
                      <a:endParaRPr lang="pt-BR" sz="1200" kern="1200" dirty="0">
                        <a:solidFill>
                          <a:schemeClr val="tx1"/>
                        </a:solidFill>
                        <a:latin typeface="Arial" panose="020B0604020202020204" pitchFamily="34" charset="0"/>
                        <a:ea typeface="+mn-ea"/>
                        <a:cs typeface="Arial" panose="020B0604020202020204" pitchFamily="34" charset="0"/>
                      </a:endParaRPr>
                    </a:p>
                  </a:txBody>
                  <a:tcPr marL="165395" marR="165395" marT="82697" marB="82697"/>
                </a:tc>
                <a:tc>
                  <a:txBody>
                    <a:bodyPr/>
                    <a:lstStyle/>
                    <a:p>
                      <a:endParaRPr lang="pt-BR" sz="1300" dirty="0">
                        <a:latin typeface="Arial" panose="020B0604020202020204" pitchFamily="34" charset="0"/>
                        <a:cs typeface="Arial" panose="020B0604020202020204" pitchFamily="34" charset="0"/>
                      </a:endParaRPr>
                    </a:p>
                  </a:txBody>
                  <a:tcPr marL="165395" marR="165395" marT="82697" marB="82697"/>
                </a:tc>
                <a:extLst>
                  <a:ext uri="{0D108BD9-81ED-4DB2-BD59-A6C34878D82A}">
                    <a16:rowId xmlns:a16="http://schemas.microsoft.com/office/drawing/2014/main" val="2066149738"/>
                  </a:ext>
                </a:extLst>
              </a:tr>
              <a:tr h="1563008">
                <a:tc>
                  <a:txBody>
                    <a:bodyPr/>
                    <a:lstStyle/>
                    <a:p>
                      <a:r>
                        <a:rPr lang="pt-BR" sz="1300" kern="1200" dirty="0">
                          <a:solidFill>
                            <a:schemeClr val="tx1"/>
                          </a:solidFill>
                          <a:latin typeface="Arial" panose="020B0604020202020204" pitchFamily="34" charset="0"/>
                          <a:ea typeface="+mn-ea"/>
                          <a:cs typeface="Arial" panose="020B0604020202020204" pitchFamily="34" charset="0"/>
                        </a:rPr>
                        <a:t>5.7 Após</a:t>
                      </a:r>
                      <a:r>
                        <a:rPr lang="pt-BR" sz="1300" kern="1200" baseline="0" dirty="0">
                          <a:solidFill>
                            <a:schemeClr val="tx1"/>
                          </a:solidFill>
                          <a:latin typeface="Arial" panose="020B0604020202020204" pitchFamily="34" charset="0"/>
                          <a:ea typeface="+mn-ea"/>
                          <a:cs typeface="Arial" panose="020B0604020202020204" pitchFamily="34" charset="0"/>
                        </a:rPr>
                        <a:t> fixada, encaixar novamente os conetores macho e fêmea</a:t>
                      </a:r>
                      <a:r>
                        <a:rPr lang="pt-BR" sz="1300" kern="1200" dirty="0">
                          <a:solidFill>
                            <a:schemeClr val="tx1"/>
                          </a:solidFill>
                          <a:latin typeface="Arial" panose="020B0604020202020204" pitchFamily="34" charset="0"/>
                          <a:ea typeface="+mn-ea"/>
                          <a:cs typeface="Arial" panose="020B0604020202020204" pitchFamily="34" charset="0"/>
                        </a:rPr>
                        <a:t>.</a:t>
                      </a:r>
                    </a:p>
                  </a:txBody>
                  <a:tcPr marL="165395" marR="165395" marT="82697" marB="82697"/>
                </a:tc>
                <a:tc>
                  <a:txBody>
                    <a:bodyPr/>
                    <a:lstStyle/>
                    <a:p>
                      <a:endParaRPr lang="pt-BR" sz="1300" dirty="0">
                        <a:latin typeface="Arial" panose="020B0604020202020204" pitchFamily="34" charset="0"/>
                        <a:cs typeface="Arial" panose="020B0604020202020204" pitchFamily="34" charset="0"/>
                      </a:endParaRPr>
                    </a:p>
                    <a:p>
                      <a:endParaRPr lang="pt-BR" sz="1300" dirty="0">
                        <a:latin typeface="Arial" panose="020B0604020202020204" pitchFamily="34" charset="0"/>
                        <a:cs typeface="Arial" panose="020B0604020202020204" pitchFamily="34" charset="0"/>
                      </a:endParaRPr>
                    </a:p>
                    <a:p>
                      <a:endParaRPr lang="pt-BR" sz="1300" dirty="0">
                        <a:latin typeface="Arial" panose="020B0604020202020204" pitchFamily="34" charset="0"/>
                        <a:cs typeface="Arial" panose="020B0604020202020204" pitchFamily="34" charset="0"/>
                      </a:endParaRPr>
                    </a:p>
                    <a:p>
                      <a:endParaRPr lang="pt-BR" sz="1300" dirty="0">
                        <a:latin typeface="Arial" panose="020B0604020202020204" pitchFamily="34" charset="0"/>
                        <a:cs typeface="Arial" panose="020B0604020202020204" pitchFamily="34" charset="0"/>
                      </a:endParaRPr>
                    </a:p>
                    <a:p>
                      <a:endParaRPr lang="pt-BR" sz="1300" dirty="0">
                        <a:latin typeface="Arial" panose="020B0604020202020204" pitchFamily="34" charset="0"/>
                        <a:cs typeface="Arial" panose="020B0604020202020204" pitchFamily="34" charset="0"/>
                      </a:endParaRPr>
                    </a:p>
                    <a:p>
                      <a:endParaRPr lang="pt-BR" sz="1300" dirty="0">
                        <a:latin typeface="Arial" panose="020B0604020202020204" pitchFamily="34" charset="0"/>
                        <a:cs typeface="Arial" panose="020B0604020202020204" pitchFamily="34" charset="0"/>
                      </a:endParaRPr>
                    </a:p>
                    <a:p>
                      <a:endParaRPr lang="pt-BR" sz="1300" dirty="0">
                        <a:latin typeface="Arial" panose="020B0604020202020204" pitchFamily="34" charset="0"/>
                        <a:cs typeface="Arial" panose="020B0604020202020204" pitchFamily="34" charset="0"/>
                      </a:endParaRPr>
                    </a:p>
                  </a:txBody>
                  <a:tcPr marL="165395" marR="165395" marT="82697" marB="82697"/>
                </a:tc>
                <a:extLst>
                  <a:ext uri="{0D108BD9-81ED-4DB2-BD59-A6C34878D82A}">
                    <a16:rowId xmlns:a16="http://schemas.microsoft.com/office/drawing/2014/main" val="747302260"/>
                  </a:ext>
                </a:extLst>
              </a:tr>
            </a:tbl>
          </a:graphicData>
        </a:graphic>
      </p:graphicFrame>
      <p:pic>
        <p:nvPicPr>
          <p:cNvPr id="19" name="Imagem 18">
            <a:extLst>
              <a:ext uri="{FF2B5EF4-FFF2-40B4-BE49-F238E27FC236}">
                <a16:creationId xmlns:a16="http://schemas.microsoft.com/office/drawing/2014/main" id="{2CAB0BEA-36C1-42DF-9627-C672C9A569EF}"/>
              </a:ext>
            </a:extLst>
          </p:cNvPr>
          <p:cNvPicPr>
            <a:picLocks noChangeAspect="1"/>
          </p:cNvPicPr>
          <p:nvPr/>
        </p:nvPicPr>
        <p:blipFill rotWithShape="1">
          <a:blip r:embed="rId2" cstate="print">
            <a:extLst>
              <a:ext uri="{BEBA8EAE-BF5A-486C-A8C5-ECC9F3942E4B}">
                <a14:imgProps xmlns:a14="http://schemas.microsoft.com/office/drawing/2010/main">
                  <a14:imgLayer r:embed="rId3">
                    <a14:imgEffect>
                      <a14:sharpenSoften amount="50000"/>
                    </a14:imgEffect>
                    <a14:imgEffect>
                      <a14:saturation sat="0"/>
                    </a14:imgEffect>
                  </a14:imgLayer>
                </a14:imgProps>
              </a:ext>
              <a:ext uri="{28A0092B-C50C-407E-A947-70E740481C1C}">
                <a14:useLocalDpi xmlns:a14="http://schemas.microsoft.com/office/drawing/2010/main" val="0"/>
              </a:ext>
            </a:extLst>
          </a:blip>
          <a:srcRect l="34284" t="1750" r="32386" b="33014"/>
          <a:stretch/>
        </p:blipFill>
        <p:spPr>
          <a:xfrm rot="5400000">
            <a:off x="2967681" y="1324538"/>
            <a:ext cx="1351570" cy="1983996"/>
          </a:xfrm>
          <a:prstGeom prst="rect">
            <a:avLst/>
          </a:prstGeom>
        </p:spPr>
      </p:pic>
      <p:pic>
        <p:nvPicPr>
          <p:cNvPr id="20" name="Imagem 19">
            <a:extLst>
              <a:ext uri="{FF2B5EF4-FFF2-40B4-BE49-F238E27FC236}">
                <a16:creationId xmlns:a16="http://schemas.microsoft.com/office/drawing/2014/main" id="{D04CEEEE-0DCB-4A56-8A5E-CCFDC13B429B}"/>
              </a:ext>
            </a:extLst>
          </p:cNvPr>
          <p:cNvPicPr>
            <a:picLocks noChangeAspect="1"/>
          </p:cNvPicPr>
          <p:nvPr/>
        </p:nvPicPr>
        <p:blipFill rotWithShape="1">
          <a:blip r:embed="rId4" cstate="print">
            <a:extLst>
              <a:ext uri="{BEBA8EAE-BF5A-486C-A8C5-ECC9F3942E4B}">
                <a14:imgProps xmlns:a14="http://schemas.microsoft.com/office/drawing/2010/main">
                  <a14:imgLayer r:embed="rId5">
                    <a14:imgEffect>
                      <a14:sharpenSoften amount="50000"/>
                    </a14:imgEffect>
                    <a14:imgEffect>
                      <a14:saturation sat="0"/>
                    </a14:imgEffect>
                  </a14:imgLayer>
                </a14:imgProps>
              </a:ext>
              <a:ext uri="{28A0092B-C50C-407E-A947-70E740481C1C}">
                <a14:useLocalDpi xmlns:a14="http://schemas.microsoft.com/office/drawing/2010/main" val="0"/>
              </a:ext>
            </a:extLst>
          </a:blip>
          <a:srcRect l="25061" t="23388" r="35644" b="40339"/>
          <a:stretch/>
        </p:blipFill>
        <p:spPr>
          <a:xfrm>
            <a:off x="4686556" y="1646834"/>
            <a:ext cx="1984586" cy="1351570"/>
          </a:xfrm>
          <a:prstGeom prst="rect">
            <a:avLst/>
          </a:prstGeom>
        </p:spPr>
      </p:pic>
      <p:cxnSp>
        <p:nvCxnSpPr>
          <p:cNvPr id="21" name="Conector de Seta Reta 20">
            <a:extLst>
              <a:ext uri="{FF2B5EF4-FFF2-40B4-BE49-F238E27FC236}">
                <a16:creationId xmlns:a16="http://schemas.microsoft.com/office/drawing/2014/main" id="{64C76740-B8F0-4D26-986C-C695BD7D8CA7}"/>
              </a:ext>
            </a:extLst>
          </p:cNvPr>
          <p:cNvCxnSpPr>
            <a:cxnSpLocks/>
          </p:cNvCxnSpPr>
          <p:nvPr/>
        </p:nvCxnSpPr>
        <p:spPr>
          <a:xfrm flipV="1">
            <a:off x="2862813" y="2119492"/>
            <a:ext cx="198087" cy="12770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 name="Conector de Seta Reta 21">
            <a:extLst>
              <a:ext uri="{FF2B5EF4-FFF2-40B4-BE49-F238E27FC236}">
                <a16:creationId xmlns:a16="http://schemas.microsoft.com/office/drawing/2014/main" id="{80E9774C-AB2F-44C5-A1C1-CFE20A88EF36}"/>
              </a:ext>
            </a:extLst>
          </p:cNvPr>
          <p:cNvCxnSpPr>
            <a:cxnSpLocks/>
          </p:cNvCxnSpPr>
          <p:nvPr/>
        </p:nvCxnSpPr>
        <p:spPr>
          <a:xfrm>
            <a:off x="3060900" y="2781542"/>
            <a:ext cx="18867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3" name="Conector de Seta Reta 22">
            <a:extLst>
              <a:ext uri="{FF2B5EF4-FFF2-40B4-BE49-F238E27FC236}">
                <a16:creationId xmlns:a16="http://schemas.microsoft.com/office/drawing/2014/main" id="{5AE53C69-8CA8-4329-8A3F-D7C60B6BACBB}"/>
              </a:ext>
            </a:extLst>
          </p:cNvPr>
          <p:cNvCxnSpPr>
            <a:cxnSpLocks/>
          </p:cNvCxnSpPr>
          <p:nvPr/>
        </p:nvCxnSpPr>
        <p:spPr>
          <a:xfrm flipH="1" flipV="1">
            <a:off x="2734638" y="2752089"/>
            <a:ext cx="198087" cy="2945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 name="Conector de Seta Reta 23">
            <a:extLst>
              <a:ext uri="{FF2B5EF4-FFF2-40B4-BE49-F238E27FC236}">
                <a16:creationId xmlns:a16="http://schemas.microsoft.com/office/drawing/2014/main" id="{0B7456F6-8E06-4415-AE21-0D94615F7AF6}"/>
              </a:ext>
            </a:extLst>
          </p:cNvPr>
          <p:cNvCxnSpPr>
            <a:cxnSpLocks/>
          </p:cNvCxnSpPr>
          <p:nvPr/>
        </p:nvCxnSpPr>
        <p:spPr>
          <a:xfrm flipH="1">
            <a:off x="2641967" y="2261724"/>
            <a:ext cx="196420" cy="14246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pic>
        <p:nvPicPr>
          <p:cNvPr id="25" name="Imagem 24">
            <a:extLst>
              <a:ext uri="{FF2B5EF4-FFF2-40B4-BE49-F238E27FC236}">
                <a16:creationId xmlns:a16="http://schemas.microsoft.com/office/drawing/2014/main" id="{47B47547-5634-465E-BA13-D3FFBB55D040}"/>
              </a:ext>
            </a:extLst>
          </p:cNvPr>
          <p:cNvPicPr>
            <a:picLocks noChangeAspect="1"/>
          </p:cNvPicPr>
          <p:nvPr/>
        </p:nvPicPr>
        <p:blipFill rotWithShape="1">
          <a:blip r:embed="rId6" cstate="print">
            <a:extLst>
              <a:ext uri="{BEBA8EAE-BF5A-486C-A8C5-ECC9F3942E4B}">
                <a14:imgProps xmlns:a14="http://schemas.microsoft.com/office/drawing/2010/main">
                  <a14:imgLayer r:embed="rId7">
                    <a14:imgEffect>
                      <a14:sharpenSoften amount="50000"/>
                    </a14:imgEffect>
                    <a14:imgEffect>
                      <a14:saturation sat="0"/>
                    </a14:imgEffect>
                  </a14:imgLayer>
                </a14:imgProps>
              </a:ext>
              <a:ext uri="{28A0092B-C50C-407E-A947-70E740481C1C}">
                <a14:useLocalDpi xmlns:a14="http://schemas.microsoft.com/office/drawing/2010/main" val="0"/>
              </a:ext>
            </a:extLst>
          </a:blip>
          <a:srcRect l="59719" t="-79" r="-298" b="74122"/>
          <a:stretch/>
        </p:blipFill>
        <p:spPr>
          <a:xfrm>
            <a:off x="2651157" y="3392635"/>
            <a:ext cx="1984307" cy="1056309"/>
          </a:xfrm>
          <a:prstGeom prst="rect">
            <a:avLst/>
          </a:prstGeom>
        </p:spPr>
      </p:pic>
      <p:sp>
        <p:nvSpPr>
          <p:cNvPr id="26" name="Elipse 25">
            <a:extLst>
              <a:ext uri="{FF2B5EF4-FFF2-40B4-BE49-F238E27FC236}">
                <a16:creationId xmlns:a16="http://schemas.microsoft.com/office/drawing/2014/main" id="{D16D86FD-F1FF-4309-A83B-D10D56B8E4D2}"/>
              </a:ext>
            </a:extLst>
          </p:cNvPr>
          <p:cNvSpPr/>
          <p:nvPr/>
        </p:nvSpPr>
        <p:spPr>
          <a:xfrm>
            <a:off x="3872028" y="3476896"/>
            <a:ext cx="279318" cy="284671"/>
          </a:xfrm>
          <a:prstGeom prst="ellipse">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3798"/>
          </a:p>
        </p:txBody>
      </p:sp>
      <p:cxnSp>
        <p:nvCxnSpPr>
          <p:cNvPr id="27" name="Conector de Seta Reta 26">
            <a:extLst>
              <a:ext uri="{FF2B5EF4-FFF2-40B4-BE49-F238E27FC236}">
                <a16:creationId xmlns:a16="http://schemas.microsoft.com/office/drawing/2014/main" id="{6A103C64-5918-4CBC-ACF9-490A97DD8E34}"/>
              </a:ext>
            </a:extLst>
          </p:cNvPr>
          <p:cNvCxnSpPr>
            <a:cxnSpLocks/>
          </p:cNvCxnSpPr>
          <p:nvPr/>
        </p:nvCxnSpPr>
        <p:spPr>
          <a:xfrm flipV="1">
            <a:off x="3310075" y="3673672"/>
            <a:ext cx="574035" cy="44899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pic>
        <p:nvPicPr>
          <p:cNvPr id="28" name="Imagem 27">
            <a:extLst>
              <a:ext uri="{FF2B5EF4-FFF2-40B4-BE49-F238E27FC236}">
                <a16:creationId xmlns:a16="http://schemas.microsoft.com/office/drawing/2014/main" id="{2858BCE6-15DA-474F-B75E-86E3344B1059}"/>
              </a:ext>
            </a:extLst>
          </p:cNvPr>
          <p:cNvPicPr>
            <a:picLocks noChangeAspect="1"/>
          </p:cNvPicPr>
          <p:nvPr/>
        </p:nvPicPr>
        <p:blipFill rotWithShape="1">
          <a:blip r:embed="rId8" cstate="print">
            <a:extLst>
              <a:ext uri="{BEBA8EAE-BF5A-486C-A8C5-ECC9F3942E4B}">
                <a14:imgProps xmlns:a14="http://schemas.microsoft.com/office/drawing/2010/main">
                  <a14:imgLayer r:embed="rId9">
                    <a14:imgEffect>
                      <a14:sharpenSoften amount="50000"/>
                    </a14:imgEffect>
                    <a14:imgEffect>
                      <a14:saturation sat="0"/>
                    </a14:imgEffect>
                  </a14:imgLayer>
                </a14:imgProps>
              </a:ext>
              <a:ext uri="{28A0092B-C50C-407E-A947-70E740481C1C}">
                <a14:useLocalDpi xmlns:a14="http://schemas.microsoft.com/office/drawing/2010/main" val="0"/>
              </a:ext>
            </a:extLst>
          </a:blip>
          <a:srcRect l="15386" r="33419" b="68009"/>
          <a:stretch/>
        </p:blipFill>
        <p:spPr>
          <a:xfrm>
            <a:off x="4689003" y="3396540"/>
            <a:ext cx="1980353" cy="1051458"/>
          </a:xfrm>
          <a:prstGeom prst="rect">
            <a:avLst/>
          </a:prstGeom>
        </p:spPr>
      </p:pic>
      <p:sp>
        <p:nvSpPr>
          <p:cNvPr id="29" name="Elipse 28">
            <a:extLst>
              <a:ext uri="{FF2B5EF4-FFF2-40B4-BE49-F238E27FC236}">
                <a16:creationId xmlns:a16="http://schemas.microsoft.com/office/drawing/2014/main" id="{3B692D32-AD96-4E4C-99AA-592D24EAF45B}"/>
              </a:ext>
            </a:extLst>
          </p:cNvPr>
          <p:cNvSpPr/>
          <p:nvPr/>
        </p:nvSpPr>
        <p:spPr>
          <a:xfrm>
            <a:off x="6012410" y="3678674"/>
            <a:ext cx="206134" cy="207022"/>
          </a:xfrm>
          <a:prstGeom prst="ellipse">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3798"/>
          </a:p>
        </p:txBody>
      </p:sp>
      <p:cxnSp>
        <p:nvCxnSpPr>
          <p:cNvPr id="30" name="Conector de Seta Reta 29">
            <a:extLst>
              <a:ext uri="{FF2B5EF4-FFF2-40B4-BE49-F238E27FC236}">
                <a16:creationId xmlns:a16="http://schemas.microsoft.com/office/drawing/2014/main" id="{2FEB5B5E-3544-4201-96C5-4CCAF795D6EF}"/>
              </a:ext>
            </a:extLst>
          </p:cNvPr>
          <p:cNvCxnSpPr>
            <a:cxnSpLocks/>
          </p:cNvCxnSpPr>
          <p:nvPr/>
        </p:nvCxnSpPr>
        <p:spPr>
          <a:xfrm flipV="1">
            <a:off x="5485638" y="3843521"/>
            <a:ext cx="574035" cy="44899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pic>
        <p:nvPicPr>
          <p:cNvPr id="31" name="Imagem 30">
            <a:extLst>
              <a:ext uri="{FF2B5EF4-FFF2-40B4-BE49-F238E27FC236}">
                <a16:creationId xmlns:a16="http://schemas.microsoft.com/office/drawing/2014/main" id="{38E507CD-4B65-4384-A366-DE65DDE4048A}"/>
              </a:ext>
            </a:extLst>
          </p:cNvPr>
          <p:cNvPicPr>
            <a:picLocks noChangeAspect="1"/>
          </p:cNvPicPr>
          <p:nvPr/>
        </p:nvPicPr>
        <p:blipFill rotWithShape="1">
          <a:blip r:embed="rId10" cstate="print">
            <a:extLst>
              <a:ext uri="{BEBA8EAE-BF5A-486C-A8C5-ECC9F3942E4B}">
                <a14:imgProps xmlns:a14="http://schemas.microsoft.com/office/drawing/2010/main">
                  <a14:imgLayer r:embed="rId11">
                    <a14:imgEffect>
                      <a14:sharpenSoften amount="50000"/>
                    </a14:imgEffect>
                    <a14:imgEffect>
                      <a14:saturation sat="0"/>
                    </a14:imgEffect>
                  </a14:imgLayer>
                </a14:imgProps>
              </a:ext>
              <a:ext uri="{28A0092B-C50C-407E-A947-70E740481C1C}">
                <a14:useLocalDpi xmlns:a14="http://schemas.microsoft.com/office/drawing/2010/main" val="0"/>
              </a:ext>
            </a:extLst>
          </a:blip>
          <a:srcRect l="59719" t="-79" r="-298" b="74122"/>
          <a:stretch/>
        </p:blipFill>
        <p:spPr>
          <a:xfrm>
            <a:off x="2651382" y="4664968"/>
            <a:ext cx="1984083" cy="967597"/>
          </a:xfrm>
          <a:prstGeom prst="rect">
            <a:avLst/>
          </a:prstGeom>
        </p:spPr>
      </p:pic>
      <p:sp>
        <p:nvSpPr>
          <p:cNvPr id="32" name="Elipse 31">
            <a:extLst>
              <a:ext uri="{FF2B5EF4-FFF2-40B4-BE49-F238E27FC236}">
                <a16:creationId xmlns:a16="http://schemas.microsoft.com/office/drawing/2014/main" id="{3F9977C3-7382-48E5-883C-F12AB44ED5BB}"/>
              </a:ext>
            </a:extLst>
          </p:cNvPr>
          <p:cNvSpPr/>
          <p:nvPr/>
        </p:nvSpPr>
        <p:spPr>
          <a:xfrm>
            <a:off x="3903986" y="4762145"/>
            <a:ext cx="182641" cy="170110"/>
          </a:xfrm>
          <a:prstGeom prst="ellipse">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3798"/>
          </a:p>
        </p:txBody>
      </p:sp>
      <p:cxnSp>
        <p:nvCxnSpPr>
          <p:cNvPr id="33" name="Conector de Seta Reta 32">
            <a:extLst>
              <a:ext uri="{FF2B5EF4-FFF2-40B4-BE49-F238E27FC236}">
                <a16:creationId xmlns:a16="http://schemas.microsoft.com/office/drawing/2014/main" id="{77E08AD1-93F2-4924-B63C-88D3E965EAF3}"/>
              </a:ext>
            </a:extLst>
          </p:cNvPr>
          <p:cNvCxnSpPr>
            <a:cxnSpLocks/>
          </p:cNvCxnSpPr>
          <p:nvPr/>
        </p:nvCxnSpPr>
        <p:spPr>
          <a:xfrm flipV="1">
            <a:off x="3344184" y="4892708"/>
            <a:ext cx="574035" cy="44899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pic>
        <p:nvPicPr>
          <p:cNvPr id="34" name="Imagem 33">
            <a:extLst>
              <a:ext uri="{FF2B5EF4-FFF2-40B4-BE49-F238E27FC236}">
                <a16:creationId xmlns:a16="http://schemas.microsoft.com/office/drawing/2014/main" id="{34054B90-B19F-44BF-972A-B3F056344475}"/>
              </a:ext>
            </a:extLst>
          </p:cNvPr>
          <p:cNvPicPr>
            <a:picLocks noChangeAspect="1"/>
          </p:cNvPicPr>
          <p:nvPr/>
        </p:nvPicPr>
        <p:blipFill rotWithShape="1">
          <a:blip r:embed="rId8" cstate="print">
            <a:extLst>
              <a:ext uri="{BEBA8EAE-BF5A-486C-A8C5-ECC9F3942E4B}">
                <a14:imgProps xmlns:a14="http://schemas.microsoft.com/office/drawing/2010/main">
                  <a14:imgLayer r:embed="rId9">
                    <a14:imgEffect>
                      <a14:sharpenSoften amount="50000"/>
                    </a14:imgEffect>
                    <a14:imgEffect>
                      <a14:saturation sat="0"/>
                    </a14:imgEffect>
                  </a14:imgLayer>
                </a14:imgProps>
              </a:ext>
              <a:ext uri="{28A0092B-C50C-407E-A947-70E740481C1C}">
                <a14:useLocalDpi xmlns:a14="http://schemas.microsoft.com/office/drawing/2010/main" val="0"/>
              </a:ext>
            </a:extLst>
          </a:blip>
          <a:srcRect l="15386" r="33419" b="68009"/>
          <a:stretch/>
        </p:blipFill>
        <p:spPr>
          <a:xfrm>
            <a:off x="4696517" y="4667227"/>
            <a:ext cx="1972838" cy="965338"/>
          </a:xfrm>
          <a:prstGeom prst="rect">
            <a:avLst/>
          </a:prstGeom>
        </p:spPr>
      </p:pic>
      <p:sp>
        <p:nvSpPr>
          <p:cNvPr id="35" name="Elipse 34">
            <a:extLst>
              <a:ext uri="{FF2B5EF4-FFF2-40B4-BE49-F238E27FC236}">
                <a16:creationId xmlns:a16="http://schemas.microsoft.com/office/drawing/2014/main" id="{45EAE06C-A5C9-4E5D-B375-4967EAB91AAE}"/>
              </a:ext>
            </a:extLst>
          </p:cNvPr>
          <p:cNvSpPr/>
          <p:nvPr/>
        </p:nvSpPr>
        <p:spPr>
          <a:xfrm>
            <a:off x="6059674" y="4921345"/>
            <a:ext cx="145206" cy="167313"/>
          </a:xfrm>
          <a:prstGeom prst="ellipse">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3798"/>
          </a:p>
        </p:txBody>
      </p:sp>
      <p:cxnSp>
        <p:nvCxnSpPr>
          <p:cNvPr id="36" name="Conector de Seta Reta 35">
            <a:extLst>
              <a:ext uri="{FF2B5EF4-FFF2-40B4-BE49-F238E27FC236}">
                <a16:creationId xmlns:a16="http://schemas.microsoft.com/office/drawing/2014/main" id="{9655CDBC-989E-4422-91AC-68AF7534F696}"/>
              </a:ext>
            </a:extLst>
          </p:cNvPr>
          <p:cNvCxnSpPr>
            <a:cxnSpLocks/>
          </p:cNvCxnSpPr>
          <p:nvPr/>
        </p:nvCxnSpPr>
        <p:spPr>
          <a:xfrm flipV="1">
            <a:off x="5514104" y="5072790"/>
            <a:ext cx="574035" cy="44899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pic>
        <p:nvPicPr>
          <p:cNvPr id="37" name="Imagem 36">
            <a:extLst>
              <a:ext uri="{FF2B5EF4-FFF2-40B4-BE49-F238E27FC236}">
                <a16:creationId xmlns:a16="http://schemas.microsoft.com/office/drawing/2014/main" id="{6D0DDDB2-6938-4263-A487-15434240177A}"/>
              </a:ext>
            </a:extLst>
          </p:cNvPr>
          <p:cNvPicPr>
            <a:picLocks noChangeAspect="1"/>
          </p:cNvPicPr>
          <p:nvPr/>
        </p:nvPicPr>
        <p:blipFill rotWithShape="1">
          <a:blip r:embed="rId12" cstate="print">
            <a:extLst>
              <a:ext uri="{BEBA8EAE-BF5A-486C-A8C5-ECC9F3942E4B}">
                <a14:imgProps xmlns:a14="http://schemas.microsoft.com/office/drawing/2010/main">
                  <a14:imgLayer r:embed="rId13">
                    <a14:imgEffect>
                      <a14:sharpenSoften amount="50000"/>
                    </a14:imgEffect>
                    <a14:imgEffect>
                      <a14:saturation sat="0"/>
                    </a14:imgEffect>
                  </a14:imgLayer>
                </a14:imgProps>
              </a:ext>
              <a:ext uri="{28A0092B-C50C-407E-A947-70E740481C1C}">
                <a14:useLocalDpi xmlns:a14="http://schemas.microsoft.com/office/drawing/2010/main" val="0"/>
              </a:ext>
            </a:extLst>
          </a:blip>
          <a:srcRect l="25061" t="23388" r="35644" b="40339"/>
          <a:stretch/>
        </p:blipFill>
        <p:spPr>
          <a:xfrm>
            <a:off x="2660854" y="5818791"/>
            <a:ext cx="1974611" cy="1365220"/>
          </a:xfrm>
          <a:prstGeom prst="rect">
            <a:avLst/>
          </a:prstGeom>
        </p:spPr>
      </p:pic>
      <p:pic>
        <p:nvPicPr>
          <p:cNvPr id="38" name="Imagem 37">
            <a:extLst>
              <a:ext uri="{FF2B5EF4-FFF2-40B4-BE49-F238E27FC236}">
                <a16:creationId xmlns:a16="http://schemas.microsoft.com/office/drawing/2014/main" id="{F86CEF88-85C5-42B9-A9B3-2E3FB9DD4E71}"/>
              </a:ext>
            </a:extLst>
          </p:cNvPr>
          <p:cNvPicPr>
            <a:picLocks noChangeAspect="1"/>
          </p:cNvPicPr>
          <p:nvPr/>
        </p:nvPicPr>
        <p:blipFill rotWithShape="1">
          <a:blip r:embed="rId2" cstate="print">
            <a:extLst>
              <a:ext uri="{BEBA8EAE-BF5A-486C-A8C5-ECC9F3942E4B}">
                <a14:imgProps xmlns:a14="http://schemas.microsoft.com/office/drawing/2010/main">
                  <a14:imgLayer r:embed="rId3">
                    <a14:imgEffect>
                      <a14:sharpenSoften amount="50000"/>
                    </a14:imgEffect>
                    <a14:imgEffect>
                      <a14:saturation sat="0"/>
                    </a14:imgEffect>
                  </a14:imgLayer>
                </a14:imgProps>
              </a:ext>
              <a:ext uri="{28A0092B-C50C-407E-A947-70E740481C1C}">
                <a14:useLocalDpi xmlns:a14="http://schemas.microsoft.com/office/drawing/2010/main" val="0"/>
              </a:ext>
            </a:extLst>
          </a:blip>
          <a:srcRect l="34284" t="1750" r="32386" b="33014"/>
          <a:stretch/>
        </p:blipFill>
        <p:spPr>
          <a:xfrm rot="5400000">
            <a:off x="5005451" y="5521343"/>
            <a:ext cx="1367689" cy="1960120"/>
          </a:xfrm>
          <a:prstGeom prst="rect">
            <a:avLst/>
          </a:prstGeom>
        </p:spPr>
      </p:pic>
      <p:cxnSp>
        <p:nvCxnSpPr>
          <p:cNvPr id="39" name="Conector de Seta Reta 38">
            <a:extLst>
              <a:ext uri="{FF2B5EF4-FFF2-40B4-BE49-F238E27FC236}">
                <a16:creationId xmlns:a16="http://schemas.microsoft.com/office/drawing/2014/main" id="{A2884088-3F9F-494A-92A5-75C920EA5823}"/>
              </a:ext>
            </a:extLst>
          </p:cNvPr>
          <p:cNvCxnSpPr>
            <a:cxnSpLocks/>
          </p:cNvCxnSpPr>
          <p:nvPr/>
        </p:nvCxnSpPr>
        <p:spPr>
          <a:xfrm flipH="1">
            <a:off x="5029736" y="6918199"/>
            <a:ext cx="241070" cy="4148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0" name="Conector de Seta Reta 39">
            <a:extLst>
              <a:ext uri="{FF2B5EF4-FFF2-40B4-BE49-F238E27FC236}">
                <a16:creationId xmlns:a16="http://schemas.microsoft.com/office/drawing/2014/main" id="{0512659C-78A0-48FD-ADA1-A394D5B86E65}"/>
              </a:ext>
            </a:extLst>
          </p:cNvPr>
          <p:cNvCxnSpPr>
            <a:cxnSpLocks/>
          </p:cNvCxnSpPr>
          <p:nvPr/>
        </p:nvCxnSpPr>
        <p:spPr>
          <a:xfrm>
            <a:off x="4766411" y="6904447"/>
            <a:ext cx="228515" cy="4937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1" name="Conector de Seta Reta 40">
            <a:extLst>
              <a:ext uri="{FF2B5EF4-FFF2-40B4-BE49-F238E27FC236}">
                <a16:creationId xmlns:a16="http://schemas.microsoft.com/office/drawing/2014/main" id="{CB0E2EBE-9704-415E-967B-5630A2CA1BF5}"/>
              </a:ext>
            </a:extLst>
          </p:cNvPr>
          <p:cNvCxnSpPr>
            <a:cxnSpLocks/>
          </p:cNvCxnSpPr>
          <p:nvPr/>
        </p:nvCxnSpPr>
        <p:spPr>
          <a:xfrm flipH="1">
            <a:off x="4906973" y="6322504"/>
            <a:ext cx="243297" cy="11962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2" name="Conector de Seta Reta 41">
            <a:extLst>
              <a:ext uri="{FF2B5EF4-FFF2-40B4-BE49-F238E27FC236}">
                <a16:creationId xmlns:a16="http://schemas.microsoft.com/office/drawing/2014/main" id="{81E4EEA9-43A4-4C42-9EB2-4201B8C241B0}"/>
              </a:ext>
            </a:extLst>
          </p:cNvPr>
          <p:cNvCxnSpPr>
            <a:cxnSpLocks/>
          </p:cNvCxnSpPr>
          <p:nvPr/>
        </p:nvCxnSpPr>
        <p:spPr>
          <a:xfrm flipV="1">
            <a:off x="4696517" y="6456948"/>
            <a:ext cx="183306" cy="13828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0167342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3">
            <a:extLst>
              <a:ext uri="{FF2B5EF4-FFF2-40B4-BE49-F238E27FC236}">
                <a16:creationId xmlns:a16="http://schemas.microsoft.com/office/drawing/2014/main" id="{433C9981-A8DA-432A-88B1-BEF606C34BC2}"/>
              </a:ext>
            </a:extLst>
          </p:cNvPr>
          <p:cNvSpPr/>
          <p:nvPr/>
        </p:nvSpPr>
        <p:spPr>
          <a:xfrm>
            <a:off x="153070" y="948802"/>
            <a:ext cx="6551859" cy="300525"/>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BR" sz="1441" b="1" dirty="0">
                <a:solidFill>
                  <a:schemeClr val="tx1"/>
                </a:solidFill>
              </a:rPr>
              <a:t>8. Recomendações</a:t>
            </a:r>
          </a:p>
        </p:txBody>
      </p:sp>
      <p:sp>
        <p:nvSpPr>
          <p:cNvPr id="5" name="CaixaDeTexto 4">
            <a:extLst>
              <a:ext uri="{FF2B5EF4-FFF2-40B4-BE49-F238E27FC236}">
                <a16:creationId xmlns:a16="http://schemas.microsoft.com/office/drawing/2014/main" id="{8A9BCC81-A8B4-4BAA-8BD6-AAC92EE464EE}"/>
              </a:ext>
            </a:extLst>
          </p:cNvPr>
          <p:cNvSpPr txBox="1"/>
          <p:nvPr/>
        </p:nvSpPr>
        <p:spPr>
          <a:xfrm>
            <a:off x="120341" y="1238076"/>
            <a:ext cx="6615122" cy="2309863"/>
          </a:xfrm>
          <a:prstGeom prst="rect">
            <a:avLst/>
          </a:prstGeom>
          <a:noFill/>
        </p:spPr>
        <p:txBody>
          <a:bodyPr wrap="square" rtlCol="0">
            <a:spAutoFit/>
          </a:bodyPr>
          <a:lstStyle/>
          <a:p>
            <a:pPr algn="just"/>
            <a:r>
              <a:rPr lang="pt-BR" sz="1310" dirty="0">
                <a:latin typeface="Arial" panose="020B0604020202020204" pitchFamily="34" charset="0"/>
                <a:cs typeface="Arial" panose="020B0604020202020204" pitchFamily="34" charset="0"/>
              </a:rPr>
              <a:t>8.1 Leia atentamente todos os itens deste manual, para evitar problemas face a não observância durante a instalação ou uso do equipamento.</a:t>
            </a:r>
          </a:p>
          <a:p>
            <a:pPr algn="just"/>
            <a:r>
              <a:rPr lang="pt-BR" sz="1310" dirty="0">
                <a:latin typeface="Arial" panose="020B0604020202020204" pitchFamily="34" charset="0"/>
                <a:cs typeface="Arial" panose="020B0604020202020204" pitchFamily="34" charset="0"/>
              </a:rPr>
              <a:t>8.2 Não instale o equipamento próximo a fontes de calor ou produtos inflamáveis.</a:t>
            </a:r>
          </a:p>
          <a:p>
            <a:pPr algn="just"/>
            <a:r>
              <a:rPr lang="pt-BR" sz="1310" dirty="0">
                <a:latin typeface="Arial" panose="020B0604020202020204" pitchFamily="34" charset="0"/>
                <a:cs typeface="Arial" panose="020B0604020202020204" pitchFamily="34" charset="0"/>
              </a:rPr>
              <a:t>8.3 Desligue o pino da tomada sempre que for efetuar a limpeza do equipamento ou ainda trocar as lâmpadas.</a:t>
            </a:r>
          </a:p>
          <a:p>
            <a:pPr algn="just"/>
            <a:r>
              <a:rPr lang="pt-BR" sz="1310" dirty="0">
                <a:latin typeface="Arial" panose="020B0604020202020204" pitchFamily="34" charset="0"/>
                <a:cs typeface="Arial" panose="020B0604020202020204" pitchFamily="34" charset="0"/>
              </a:rPr>
              <a:t>8.4 Nunca desligue o equipamento puxando pelo cabo, mas sim pelo plug.</a:t>
            </a:r>
          </a:p>
          <a:p>
            <a:pPr algn="just"/>
            <a:r>
              <a:rPr lang="pt-BR" sz="1310" dirty="0">
                <a:latin typeface="Arial" panose="020B0604020202020204" pitchFamily="34" charset="0"/>
                <a:cs typeface="Arial" panose="020B0604020202020204" pitchFamily="34" charset="0"/>
              </a:rPr>
              <a:t>8.5 Nivele o equipamento de forma adequada ao uso.</a:t>
            </a:r>
          </a:p>
          <a:p>
            <a:pPr algn="just"/>
            <a:r>
              <a:rPr lang="pt-BR" sz="1310" dirty="0">
                <a:latin typeface="Arial" panose="020B0604020202020204" pitchFamily="34" charset="0"/>
                <a:cs typeface="Arial" panose="020B0604020202020204" pitchFamily="34" charset="0"/>
              </a:rPr>
              <a:t>8.7 Não armazenar substâncias explosivas, medicamentos, eletrônicos ou químicos, pois podem contaminar a mercadoria alimentícia armazenada no balcão.</a:t>
            </a:r>
          </a:p>
          <a:p>
            <a:pPr algn="just"/>
            <a:r>
              <a:rPr lang="pt-BR" sz="1310" dirty="0">
                <a:latin typeface="Arial" panose="020B0604020202020204" pitchFamily="34" charset="0"/>
                <a:cs typeface="Arial" panose="020B0604020202020204" pitchFamily="34" charset="0"/>
              </a:rPr>
              <a:t>8.10 A Só Aço Industrial reserva-se o direito de efetuar modificações de materiais sem aviso prévio. As ilustrações são meramente ilustrativas.</a:t>
            </a:r>
            <a:endParaRPr lang="pt-BR" sz="1310" dirty="0"/>
          </a:p>
        </p:txBody>
      </p:sp>
      <p:sp>
        <p:nvSpPr>
          <p:cNvPr id="6" name="Retângulo 5">
            <a:extLst>
              <a:ext uri="{FF2B5EF4-FFF2-40B4-BE49-F238E27FC236}">
                <a16:creationId xmlns:a16="http://schemas.microsoft.com/office/drawing/2014/main" id="{4DCC081B-13B6-496D-BEB0-F33AA4475E0B}"/>
              </a:ext>
            </a:extLst>
          </p:cNvPr>
          <p:cNvSpPr/>
          <p:nvPr/>
        </p:nvSpPr>
        <p:spPr>
          <a:xfrm>
            <a:off x="153070" y="128464"/>
            <a:ext cx="6551859" cy="300525"/>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BR" sz="1441" b="1" dirty="0">
                <a:solidFill>
                  <a:schemeClr val="tx1"/>
                </a:solidFill>
              </a:rPr>
              <a:t>7. Prateleiras</a:t>
            </a:r>
          </a:p>
        </p:txBody>
      </p:sp>
      <p:sp>
        <p:nvSpPr>
          <p:cNvPr id="7" name="CaixaDeTexto 6">
            <a:extLst>
              <a:ext uri="{FF2B5EF4-FFF2-40B4-BE49-F238E27FC236}">
                <a16:creationId xmlns:a16="http://schemas.microsoft.com/office/drawing/2014/main" id="{CD350655-0B46-40E1-995E-A26E96C3A175}"/>
              </a:ext>
            </a:extLst>
          </p:cNvPr>
          <p:cNvSpPr txBox="1"/>
          <p:nvPr/>
        </p:nvSpPr>
        <p:spPr>
          <a:xfrm>
            <a:off x="89806" y="424618"/>
            <a:ext cx="6615123" cy="495520"/>
          </a:xfrm>
          <a:prstGeom prst="rect">
            <a:avLst/>
          </a:prstGeom>
          <a:noFill/>
        </p:spPr>
        <p:txBody>
          <a:bodyPr wrap="square" rtlCol="0">
            <a:spAutoFit/>
          </a:bodyPr>
          <a:lstStyle/>
          <a:p>
            <a:pPr algn="just"/>
            <a:r>
              <a:rPr lang="pt-BR" sz="1310" dirty="0">
                <a:latin typeface="Arial" panose="020B0604020202020204" pitchFamily="34" charset="0"/>
                <a:cs typeface="Arial" panose="020B0604020202020204" pitchFamily="34" charset="0"/>
              </a:rPr>
              <a:t>7.1 As mercadorias devem ser distribuídas uniformemente sobre a prateleira. Informamos que a carga máxima indicada para cada prateleiras é de 20Kg por metro.</a:t>
            </a:r>
          </a:p>
        </p:txBody>
      </p:sp>
      <p:sp>
        <p:nvSpPr>
          <p:cNvPr id="8" name="Retângulo 7">
            <a:extLst>
              <a:ext uri="{FF2B5EF4-FFF2-40B4-BE49-F238E27FC236}">
                <a16:creationId xmlns:a16="http://schemas.microsoft.com/office/drawing/2014/main" id="{094F0995-F2BC-46BA-A236-46B2363771CA}"/>
              </a:ext>
            </a:extLst>
          </p:cNvPr>
          <p:cNvSpPr/>
          <p:nvPr/>
        </p:nvSpPr>
        <p:spPr>
          <a:xfrm>
            <a:off x="153070" y="3589545"/>
            <a:ext cx="6551859" cy="300525"/>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BR" sz="1441" b="1" dirty="0">
                <a:solidFill>
                  <a:schemeClr val="tx1"/>
                </a:solidFill>
              </a:rPr>
              <a:t>9. Características gerais</a:t>
            </a:r>
          </a:p>
        </p:txBody>
      </p:sp>
      <p:sp>
        <p:nvSpPr>
          <p:cNvPr id="9" name="CaixaDeTexto 8">
            <a:extLst>
              <a:ext uri="{FF2B5EF4-FFF2-40B4-BE49-F238E27FC236}">
                <a16:creationId xmlns:a16="http://schemas.microsoft.com/office/drawing/2014/main" id="{897B8084-C644-4F0E-9E34-D7628539C405}"/>
              </a:ext>
            </a:extLst>
          </p:cNvPr>
          <p:cNvSpPr txBox="1"/>
          <p:nvPr/>
        </p:nvSpPr>
        <p:spPr>
          <a:xfrm>
            <a:off x="131715" y="3866012"/>
            <a:ext cx="6592372" cy="1301895"/>
          </a:xfrm>
          <a:prstGeom prst="rect">
            <a:avLst/>
          </a:prstGeom>
          <a:noFill/>
        </p:spPr>
        <p:txBody>
          <a:bodyPr wrap="square" rtlCol="0">
            <a:spAutoFit/>
          </a:bodyPr>
          <a:lstStyle/>
          <a:p>
            <a:pPr algn="just"/>
            <a:r>
              <a:rPr lang="pt-BR" sz="1310" dirty="0">
                <a:latin typeface="Arial" panose="020B0604020202020204" pitchFamily="34" charset="0"/>
                <a:cs typeface="Arial" panose="020B0604020202020204" pitchFamily="34" charset="0"/>
              </a:rPr>
              <a:t>9.1 Fabricado em chapa de aço inox ou </a:t>
            </a:r>
            <a:r>
              <a:rPr lang="pt-BR" sz="1310" dirty="0" err="1">
                <a:latin typeface="Arial" panose="020B0604020202020204" pitchFamily="34" charset="0"/>
                <a:cs typeface="Arial" panose="020B0604020202020204" pitchFamily="34" charset="0"/>
              </a:rPr>
              <a:t>pré</a:t>
            </a:r>
            <a:r>
              <a:rPr lang="pt-BR" sz="1310" dirty="0">
                <a:latin typeface="Arial" panose="020B0604020202020204" pitchFamily="34" charset="0"/>
                <a:cs typeface="Arial" panose="020B0604020202020204" pitchFamily="34" charset="0"/>
              </a:rPr>
              <a:t>-pintada.</a:t>
            </a:r>
          </a:p>
          <a:p>
            <a:pPr algn="just"/>
            <a:r>
              <a:rPr lang="pt-BR" sz="1310" dirty="0">
                <a:latin typeface="Arial" panose="020B0604020202020204" pitchFamily="34" charset="0"/>
                <a:cs typeface="Arial" panose="020B0604020202020204" pitchFamily="34" charset="0"/>
              </a:rPr>
              <a:t>9.2 Temperaturas internas variam conforme a temperatura ambiente local. Temperatura de teste 30° C.</a:t>
            </a:r>
          </a:p>
          <a:p>
            <a:pPr algn="just"/>
            <a:r>
              <a:rPr lang="pt-BR" sz="1310" dirty="0">
                <a:latin typeface="Arial" panose="020B0604020202020204" pitchFamily="34" charset="0"/>
                <a:cs typeface="Arial" panose="020B0604020202020204" pitchFamily="34" charset="0"/>
              </a:rPr>
              <a:t>9.4 O produto está disponível em diversas cores. Consultar setor comercial as cores disponíveis.</a:t>
            </a:r>
          </a:p>
          <a:p>
            <a:pPr algn="just"/>
            <a:endParaRPr lang="pt-BR" sz="1310" dirty="0"/>
          </a:p>
        </p:txBody>
      </p:sp>
      <p:sp>
        <p:nvSpPr>
          <p:cNvPr id="10" name="Retângulo 9">
            <a:extLst>
              <a:ext uri="{FF2B5EF4-FFF2-40B4-BE49-F238E27FC236}">
                <a16:creationId xmlns:a16="http://schemas.microsoft.com/office/drawing/2014/main" id="{45A7F4F2-30BF-4433-A7BB-150996EDE405}"/>
              </a:ext>
            </a:extLst>
          </p:cNvPr>
          <p:cNvSpPr/>
          <p:nvPr/>
        </p:nvSpPr>
        <p:spPr>
          <a:xfrm>
            <a:off x="144931" y="5046503"/>
            <a:ext cx="6551859" cy="300525"/>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BR" sz="1441" b="1" dirty="0">
                <a:solidFill>
                  <a:schemeClr val="tx1"/>
                </a:solidFill>
              </a:rPr>
              <a:t>10. Ocorrência de defeito</a:t>
            </a:r>
            <a:endParaRPr lang="pt-BR" sz="1441" b="1" i="1" dirty="0">
              <a:solidFill>
                <a:schemeClr val="tx1"/>
              </a:solidFill>
            </a:endParaRPr>
          </a:p>
        </p:txBody>
      </p:sp>
      <p:graphicFrame>
        <p:nvGraphicFramePr>
          <p:cNvPr id="11" name="Tabela 10">
            <a:extLst>
              <a:ext uri="{FF2B5EF4-FFF2-40B4-BE49-F238E27FC236}">
                <a16:creationId xmlns:a16="http://schemas.microsoft.com/office/drawing/2014/main" id="{4238D55A-7045-483B-A466-08321556BAAC}"/>
              </a:ext>
            </a:extLst>
          </p:cNvPr>
          <p:cNvGraphicFramePr>
            <a:graphicFrameLocks noGrp="1"/>
          </p:cNvGraphicFramePr>
          <p:nvPr>
            <p:extLst>
              <p:ext uri="{D42A27DB-BD31-4B8C-83A1-F6EECF244321}">
                <p14:modId xmlns:p14="http://schemas.microsoft.com/office/powerpoint/2010/main" val="2640261478"/>
              </p:ext>
            </p:extLst>
          </p:nvPr>
        </p:nvGraphicFramePr>
        <p:xfrm>
          <a:off x="144931" y="5812499"/>
          <a:ext cx="6551859" cy="2611222"/>
        </p:xfrm>
        <a:graphic>
          <a:graphicData uri="http://schemas.openxmlformats.org/drawingml/2006/table">
            <a:tbl>
              <a:tblPr firstRow="1" bandRow="1">
                <a:tableStyleId>{5940675A-B579-460E-94D1-54222C63F5DA}</a:tableStyleId>
              </a:tblPr>
              <a:tblGrid>
                <a:gridCol w="1330407">
                  <a:extLst>
                    <a:ext uri="{9D8B030D-6E8A-4147-A177-3AD203B41FA5}">
                      <a16:colId xmlns:a16="http://schemas.microsoft.com/office/drawing/2014/main" val="516497271"/>
                    </a:ext>
                  </a:extLst>
                </a:gridCol>
                <a:gridCol w="2169764">
                  <a:extLst>
                    <a:ext uri="{9D8B030D-6E8A-4147-A177-3AD203B41FA5}">
                      <a16:colId xmlns:a16="http://schemas.microsoft.com/office/drawing/2014/main" val="2071908709"/>
                    </a:ext>
                  </a:extLst>
                </a:gridCol>
                <a:gridCol w="3051688">
                  <a:extLst>
                    <a:ext uri="{9D8B030D-6E8A-4147-A177-3AD203B41FA5}">
                      <a16:colId xmlns:a16="http://schemas.microsoft.com/office/drawing/2014/main" val="1403055962"/>
                    </a:ext>
                  </a:extLst>
                </a:gridCol>
              </a:tblGrid>
              <a:tr h="299489">
                <a:tc>
                  <a:txBody>
                    <a:bodyPr/>
                    <a:lstStyle/>
                    <a:p>
                      <a:pPr algn="ctr"/>
                      <a:r>
                        <a:rPr lang="pt-BR" sz="1200" b="1" dirty="0">
                          <a:latin typeface="Arial" panose="020B0604020202020204" pitchFamily="34" charset="0"/>
                          <a:cs typeface="Arial" panose="020B0604020202020204" pitchFamily="34" charset="0"/>
                        </a:rPr>
                        <a:t>Sintoma</a:t>
                      </a:r>
                    </a:p>
                  </a:txBody>
                  <a:tcPr marL="119795" marR="119795" marT="59898" marB="59898">
                    <a:solidFill>
                      <a:schemeClr val="bg1">
                        <a:lumMod val="85000"/>
                      </a:schemeClr>
                    </a:solidFill>
                  </a:tcPr>
                </a:tc>
                <a:tc>
                  <a:txBody>
                    <a:bodyPr/>
                    <a:lstStyle/>
                    <a:p>
                      <a:pPr algn="ctr"/>
                      <a:r>
                        <a:rPr lang="pt-BR" sz="1200" b="1" dirty="0">
                          <a:latin typeface="Arial" panose="020B0604020202020204" pitchFamily="34" charset="0"/>
                          <a:cs typeface="Arial" panose="020B0604020202020204" pitchFamily="34" charset="0"/>
                        </a:rPr>
                        <a:t>Causa provável</a:t>
                      </a:r>
                    </a:p>
                  </a:txBody>
                  <a:tcPr marL="119795" marR="119795" marT="59898" marB="59898">
                    <a:solidFill>
                      <a:schemeClr val="bg1">
                        <a:lumMod val="85000"/>
                      </a:schemeClr>
                    </a:solidFill>
                  </a:tcPr>
                </a:tc>
                <a:tc>
                  <a:txBody>
                    <a:bodyPr/>
                    <a:lstStyle/>
                    <a:p>
                      <a:pPr algn="ctr"/>
                      <a:r>
                        <a:rPr lang="pt-BR" sz="1200" b="1" dirty="0">
                          <a:latin typeface="Arial" panose="020B0604020202020204" pitchFamily="34" charset="0"/>
                          <a:cs typeface="Arial" panose="020B0604020202020204" pitchFamily="34" charset="0"/>
                        </a:rPr>
                        <a:t>Solução</a:t>
                      </a:r>
                    </a:p>
                  </a:txBody>
                  <a:tcPr marL="119795" marR="119795" marT="59898" marB="59898">
                    <a:solidFill>
                      <a:schemeClr val="bg1">
                        <a:lumMod val="85000"/>
                      </a:schemeClr>
                    </a:solidFill>
                  </a:tcPr>
                </a:tc>
                <a:extLst>
                  <a:ext uri="{0D108BD9-81ED-4DB2-BD59-A6C34878D82A}">
                    <a16:rowId xmlns:a16="http://schemas.microsoft.com/office/drawing/2014/main" val="50831440"/>
                  </a:ext>
                </a:extLst>
              </a:tr>
              <a:tr h="658875">
                <a:tc rowSpan="4">
                  <a:txBody>
                    <a:bodyPr/>
                    <a:lstStyle/>
                    <a:p>
                      <a:pPr algn="ctr"/>
                      <a:r>
                        <a:rPr lang="pt-BR" sz="1200" dirty="0">
                          <a:latin typeface="Arial" panose="020B0604020202020204" pitchFamily="34" charset="0"/>
                          <a:cs typeface="Arial" panose="020B0604020202020204" pitchFamily="34" charset="0"/>
                        </a:rPr>
                        <a:t>Lâmpada não acende</a:t>
                      </a:r>
                    </a:p>
                  </a:txBody>
                  <a:tcPr marL="119795" marR="119795" marT="59898" marB="59898" anchor="ctr"/>
                </a:tc>
                <a:tc>
                  <a:txBody>
                    <a:bodyPr/>
                    <a:lstStyle/>
                    <a:p>
                      <a:r>
                        <a:rPr lang="pt-BR" sz="1200" dirty="0">
                          <a:latin typeface="Arial" panose="020B0604020202020204" pitchFamily="34" charset="0"/>
                          <a:cs typeface="Arial" panose="020B0604020202020204" pitchFamily="34" charset="0"/>
                        </a:rPr>
                        <a:t>Rede elétrica de abastecimento sem energia elétrica</a:t>
                      </a:r>
                    </a:p>
                  </a:txBody>
                  <a:tcPr marL="119795" marR="119795" marT="59898" marB="59898"/>
                </a:tc>
                <a:tc>
                  <a:txBody>
                    <a:bodyPr/>
                    <a:lstStyle/>
                    <a:p>
                      <a:r>
                        <a:rPr lang="pt-BR" sz="1200" dirty="0">
                          <a:latin typeface="Arial" panose="020B0604020202020204" pitchFamily="34" charset="0"/>
                          <a:cs typeface="Arial" panose="020B0604020202020204" pitchFamily="34" charset="0"/>
                        </a:rPr>
                        <a:t>Aguardar retorno do reabastecimento de energia.</a:t>
                      </a:r>
                    </a:p>
                  </a:txBody>
                  <a:tcPr marL="119795" marR="119795" marT="59898" marB="59898"/>
                </a:tc>
                <a:extLst>
                  <a:ext uri="{0D108BD9-81ED-4DB2-BD59-A6C34878D82A}">
                    <a16:rowId xmlns:a16="http://schemas.microsoft.com/office/drawing/2014/main" val="4282304594"/>
                  </a:ext>
                </a:extLst>
              </a:tr>
              <a:tr h="485837">
                <a:tc vMerge="1">
                  <a:txBody>
                    <a:bodyPr/>
                    <a:lstStyle/>
                    <a:p>
                      <a:endParaRPr lang="pt-BR"/>
                    </a:p>
                  </a:txBody>
                  <a:tcPr/>
                </a:tc>
                <a:tc>
                  <a:txBody>
                    <a:bodyPr/>
                    <a:lstStyle/>
                    <a:p>
                      <a:r>
                        <a:rPr lang="pt-BR" sz="1200" dirty="0">
                          <a:latin typeface="Arial" panose="020B0604020202020204" pitchFamily="34" charset="0"/>
                          <a:cs typeface="Arial" panose="020B0604020202020204" pitchFamily="34" charset="0"/>
                        </a:rPr>
                        <a:t>Interruptor do balcão desligado</a:t>
                      </a:r>
                    </a:p>
                  </a:txBody>
                  <a:tcPr marL="119795" marR="119795" marT="59898" marB="59898"/>
                </a:tc>
                <a:tc>
                  <a:txBody>
                    <a:bodyPr/>
                    <a:lstStyle/>
                    <a:p>
                      <a:r>
                        <a:rPr lang="pt-BR" sz="1200" dirty="0">
                          <a:latin typeface="Arial" panose="020B0604020202020204" pitchFamily="34" charset="0"/>
                          <a:cs typeface="Arial" panose="020B0604020202020204" pitchFamily="34" charset="0"/>
                        </a:rPr>
                        <a:t>Localize o interruptor do produto e </a:t>
                      </a:r>
                      <a:r>
                        <a:rPr lang="pt-BR" sz="1200">
                          <a:latin typeface="Arial" panose="020B0604020202020204" pitchFamily="34" charset="0"/>
                          <a:cs typeface="Arial" panose="020B0604020202020204" pitchFamily="34" charset="0"/>
                        </a:rPr>
                        <a:t>o acione.</a:t>
                      </a:r>
                      <a:endParaRPr lang="pt-BR" sz="1200" dirty="0">
                        <a:latin typeface="Arial" panose="020B0604020202020204" pitchFamily="34" charset="0"/>
                        <a:cs typeface="Arial" panose="020B0604020202020204" pitchFamily="34" charset="0"/>
                      </a:endParaRPr>
                    </a:p>
                  </a:txBody>
                  <a:tcPr marL="119795" marR="119795" marT="59898" marB="59898"/>
                </a:tc>
                <a:extLst>
                  <a:ext uri="{0D108BD9-81ED-4DB2-BD59-A6C34878D82A}">
                    <a16:rowId xmlns:a16="http://schemas.microsoft.com/office/drawing/2014/main" val="793521351"/>
                  </a:ext>
                </a:extLst>
              </a:tr>
              <a:tr h="485837">
                <a:tc vMerge="1">
                  <a:txBody>
                    <a:bodyPr/>
                    <a:lstStyle/>
                    <a:p>
                      <a:endParaRPr lang="pt-BR" sz="900" dirty="0">
                        <a:latin typeface="Arial" panose="020B0604020202020204" pitchFamily="34" charset="0"/>
                        <a:cs typeface="Arial" panose="020B0604020202020204" pitchFamily="34" charset="0"/>
                      </a:endParaRPr>
                    </a:p>
                  </a:txBody>
                  <a:tcPr/>
                </a:tc>
                <a:tc>
                  <a:txBody>
                    <a:bodyPr/>
                    <a:lstStyle/>
                    <a:p>
                      <a:r>
                        <a:rPr lang="pt-BR" sz="1200" dirty="0">
                          <a:latin typeface="Arial" panose="020B0604020202020204" pitchFamily="34" charset="0"/>
                          <a:cs typeface="Arial" panose="020B0604020202020204" pitchFamily="34" charset="0"/>
                        </a:rPr>
                        <a:t>Tomada com mau contato </a:t>
                      </a:r>
                    </a:p>
                  </a:txBody>
                  <a:tcPr marL="119795" marR="119795" marT="59898" marB="59898"/>
                </a:tc>
                <a:tc>
                  <a:txBody>
                    <a:bodyPr/>
                    <a:lstStyle/>
                    <a:p>
                      <a:r>
                        <a:rPr lang="pt-BR" sz="1200" dirty="0">
                          <a:latin typeface="Arial" panose="020B0604020202020204" pitchFamily="34" charset="0"/>
                          <a:cs typeface="Arial" panose="020B0604020202020204" pitchFamily="34" charset="0"/>
                        </a:rPr>
                        <a:t>Corrigir o defeito da tomada</a:t>
                      </a:r>
                    </a:p>
                  </a:txBody>
                  <a:tcPr marL="119795" marR="119795" marT="59898" marB="59898"/>
                </a:tc>
                <a:extLst>
                  <a:ext uri="{0D108BD9-81ED-4DB2-BD59-A6C34878D82A}">
                    <a16:rowId xmlns:a16="http://schemas.microsoft.com/office/drawing/2014/main" val="949567063"/>
                  </a:ext>
                </a:extLst>
              </a:tr>
              <a:tr h="485837">
                <a:tc vMerge="1">
                  <a:txBody>
                    <a:bodyPr/>
                    <a:lstStyle/>
                    <a:p>
                      <a:endParaRPr lang="pt-BR" sz="900" dirty="0">
                        <a:latin typeface="Arial" panose="020B0604020202020204" pitchFamily="34" charset="0"/>
                        <a:cs typeface="Arial" panose="020B0604020202020204" pitchFamily="34" charset="0"/>
                      </a:endParaRPr>
                    </a:p>
                  </a:txBody>
                  <a:tcPr/>
                </a:tc>
                <a:tc>
                  <a:txBody>
                    <a:bodyPr/>
                    <a:lstStyle/>
                    <a:p>
                      <a:r>
                        <a:rPr lang="pt-BR" sz="1200" dirty="0">
                          <a:latin typeface="Arial" panose="020B0604020202020204" pitchFamily="34" charset="0"/>
                          <a:cs typeface="Arial" panose="020B0604020202020204" pitchFamily="34" charset="0"/>
                        </a:rPr>
                        <a:t>Cordão de alimentação rompido ou danificado.</a:t>
                      </a:r>
                    </a:p>
                  </a:txBody>
                  <a:tcPr marL="119795" marR="119795" marT="59898" marB="59898"/>
                </a:tc>
                <a:tc>
                  <a:txBody>
                    <a:bodyPr/>
                    <a:lstStyle/>
                    <a:p>
                      <a:r>
                        <a:rPr lang="pt-BR" sz="1200" dirty="0">
                          <a:latin typeface="Arial" panose="020B0604020202020204" pitchFamily="34" charset="0"/>
                          <a:cs typeface="Arial" panose="020B0604020202020204" pitchFamily="34" charset="0"/>
                        </a:rPr>
                        <a:t>Entrar em contato com assistência técnica autorizada para substituição do cabo.</a:t>
                      </a:r>
                    </a:p>
                  </a:txBody>
                  <a:tcPr marL="119795" marR="119795" marT="59898" marB="59898"/>
                </a:tc>
                <a:extLst>
                  <a:ext uri="{0D108BD9-81ED-4DB2-BD59-A6C34878D82A}">
                    <a16:rowId xmlns:a16="http://schemas.microsoft.com/office/drawing/2014/main" val="561615044"/>
                  </a:ext>
                </a:extLst>
              </a:tr>
            </a:tbl>
          </a:graphicData>
        </a:graphic>
      </p:graphicFrame>
      <p:sp>
        <p:nvSpPr>
          <p:cNvPr id="12" name="CaixaDeTexto 11">
            <a:extLst>
              <a:ext uri="{FF2B5EF4-FFF2-40B4-BE49-F238E27FC236}">
                <a16:creationId xmlns:a16="http://schemas.microsoft.com/office/drawing/2014/main" id="{33017445-DD40-474D-B11E-030B30B6B6CA}"/>
              </a:ext>
            </a:extLst>
          </p:cNvPr>
          <p:cNvSpPr txBox="1"/>
          <p:nvPr/>
        </p:nvSpPr>
        <p:spPr>
          <a:xfrm>
            <a:off x="144931" y="5347027"/>
            <a:ext cx="6551859" cy="495520"/>
          </a:xfrm>
          <a:prstGeom prst="rect">
            <a:avLst/>
          </a:prstGeom>
          <a:noFill/>
        </p:spPr>
        <p:txBody>
          <a:bodyPr wrap="square" rtlCol="0">
            <a:spAutoFit/>
          </a:bodyPr>
          <a:lstStyle/>
          <a:p>
            <a:pPr algn="just"/>
            <a:r>
              <a:rPr lang="pt-BR" sz="1310" dirty="0">
                <a:latin typeface="Arial" panose="020B0604020202020204" pitchFamily="34" charset="0"/>
                <a:cs typeface="Arial" panose="020B0604020202020204" pitchFamily="34" charset="0"/>
              </a:rPr>
              <a:t>10.1 Se observar qualquer problema em seu equipamento, antes de chamar a assistência técnica, verifique os seguintes pontos.</a:t>
            </a:r>
          </a:p>
        </p:txBody>
      </p:sp>
      <p:sp>
        <p:nvSpPr>
          <p:cNvPr id="13" name="CaixaDeTexto 12">
            <a:extLst>
              <a:ext uri="{FF2B5EF4-FFF2-40B4-BE49-F238E27FC236}">
                <a16:creationId xmlns:a16="http://schemas.microsoft.com/office/drawing/2014/main" id="{90113F64-CDB5-47DE-AB46-75D0C7947457}"/>
              </a:ext>
            </a:extLst>
          </p:cNvPr>
          <p:cNvSpPr txBox="1"/>
          <p:nvPr/>
        </p:nvSpPr>
        <p:spPr>
          <a:xfrm>
            <a:off x="3149662" y="9350524"/>
            <a:ext cx="495411" cy="273793"/>
          </a:xfrm>
          <a:prstGeom prst="rect">
            <a:avLst/>
          </a:prstGeom>
          <a:noFill/>
        </p:spPr>
        <p:txBody>
          <a:bodyPr wrap="square" rtlCol="0">
            <a:spAutoFit/>
          </a:bodyPr>
          <a:lstStyle/>
          <a:p>
            <a:r>
              <a:rPr lang="pt-BR" sz="1179" dirty="0">
                <a:latin typeface="Arial" panose="020B0604020202020204" pitchFamily="34" charset="0"/>
                <a:cs typeface="Arial" panose="020B0604020202020204" pitchFamily="34" charset="0"/>
              </a:rPr>
              <a:t>04</a:t>
            </a:r>
          </a:p>
        </p:txBody>
      </p:sp>
    </p:spTree>
    <p:extLst>
      <p:ext uri="{BB962C8B-B14F-4D97-AF65-F5344CB8AC3E}">
        <p14:creationId xmlns:p14="http://schemas.microsoft.com/office/powerpoint/2010/main" val="7115352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CaixaDeTexto 15">
            <a:extLst>
              <a:ext uri="{FF2B5EF4-FFF2-40B4-BE49-F238E27FC236}">
                <a16:creationId xmlns:a16="http://schemas.microsoft.com/office/drawing/2014/main" id="{D020CBAE-9A36-4705-8C13-3EB891B71474}"/>
              </a:ext>
            </a:extLst>
          </p:cNvPr>
          <p:cNvSpPr txBox="1"/>
          <p:nvPr/>
        </p:nvSpPr>
        <p:spPr>
          <a:xfrm>
            <a:off x="59833" y="503429"/>
            <a:ext cx="6621307" cy="304058"/>
          </a:xfrm>
          <a:prstGeom prst="rect">
            <a:avLst/>
          </a:prstGeom>
          <a:noFill/>
        </p:spPr>
        <p:txBody>
          <a:bodyPr wrap="square" rtlCol="0">
            <a:spAutoFit/>
          </a:bodyPr>
          <a:lstStyle/>
          <a:p>
            <a:pPr algn="just"/>
            <a:endParaRPr lang="pt-BR" sz="1376" dirty="0"/>
          </a:p>
        </p:txBody>
      </p:sp>
      <p:sp>
        <p:nvSpPr>
          <p:cNvPr id="39" name="CaixaDeTexto 38">
            <a:extLst>
              <a:ext uri="{FF2B5EF4-FFF2-40B4-BE49-F238E27FC236}">
                <a16:creationId xmlns:a16="http://schemas.microsoft.com/office/drawing/2014/main" id="{41DB5342-7B7D-4389-BF7C-35576E987587}"/>
              </a:ext>
            </a:extLst>
          </p:cNvPr>
          <p:cNvSpPr txBox="1"/>
          <p:nvPr/>
        </p:nvSpPr>
        <p:spPr>
          <a:xfrm>
            <a:off x="3464004" y="9516486"/>
            <a:ext cx="495411" cy="273793"/>
          </a:xfrm>
          <a:prstGeom prst="rect">
            <a:avLst/>
          </a:prstGeom>
          <a:noFill/>
        </p:spPr>
        <p:txBody>
          <a:bodyPr wrap="square" rtlCol="0">
            <a:spAutoFit/>
          </a:bodyPr>
          <a:lstStyle/>
          <a:p>
            <a:r>
              <a:rPr lang="pt-BR" sz="1179" dirty="0">
                <a:latin typeface="Arial" panose="020B0604020202020204" pitchFamily="34" charset="0"/>
                <a:cs typeface="Arial" panose="020B0604020202020204" pitchFamily="34" charset="0"/>
              </a:rPr>
              <a:t>05</a:t>
            </a:r>
          </a:p>
        </p:txBody>
      </p:sp>
      <p:sp>
        <p:nvSpPr>
          <p:cNvPr id="17" name="Retângulo 16">
            <a:extLst>
              <a:ext uri="{FF2B5EF4-FFF2-40B4-BE49-F238E27FC236}">
                <a16:creationId xmlns:a16="http://schemas.microsoft.com/office/drawing/2014/main" id="{4A1017C6-FCA2-4FD3-87CA-1D12352CE7D2}"/>
              </a:ext>
            </a:extLst>
          </p:cNvPr>
          <p:cNvSpPr/>
          <p:nvPr/>
        </p:nvSpPr>
        <p:spPr>
          <a:xfrm>
            <a:off x="44624" y="200472"/>
            <a:ext cx="6721173" cy="374590"/>
          </a:xfrm>
          <a:prstGeom prst="rect">
            <a:avLst/>
          </a:prstGeom>
          <a:solidFill>
            <a:schemeClr val="bg1">
              <a:lumMod val="85000"/>
            </a:schemeClr>
          </a:solidFill>
        </p:spPr>
        <p:txBody>
          <a:bodyPr wrap="square" rtlCol="0" anchor="ctr">
            <a:spAutoFit/>
          </a:bodyPr>
          <a:lstStyle/>
          <a:p>
            <a:pPr algn="ctr"/>
            <a:r>
              <a:rPr lang="pt-BR" sz="1834" b="1" dirty="0">
                <a:latin typeface="Arial" panose="020B0604020202020204" pitchFamily="34" charset="0"/>
                <a:cs typeface="Arial" panose="020B0604020202020204" pitchFamily="34" charset="0"/>
              </a:rPr>
              <a:t>TERMO DE GARANTIA</a:t>
            </a:r>
          </a:p>
        </p:txBody>
      </p:sp>
      <p:sp>
        <p:nvSpPr>
          <p:cNvPr id="9" name="CaixaDeTexto 8">
            <a:extLst>
              <a:ext uri="{FF2B5EF4-FFF2-40B4-BE49-F238E27FC236}">
                <a16:creationId xmlns:a16="http://schemas.microsoft.com/office/drawing/2014/main" id="{043F9E37-8738-4FEC-BE41-26E04D6B25E4}"/>
              </a:ext>
            </a:extLst>
          </p:cNvPr>
          <p:cNvSpPr txBox="1"/>
          <p:nvPr/>
        </p:nvSpPr>
        <p:spPr>
          <a:xfrm>
            <a:off x="44624" y="575062"/>
            <a:ext cx="6721173" cy="7032694"/>
          </a:xfrm>
          <a:prstGeom prst="rect">
            <a:avLst/>
          </a:prstGeom>
          <a:noFill/>
        </p:spPr>
        <p:txBody>
          <a:bodyPr wrap="square" rtlCol="0">
            <a:spAutoFit/>
          </a:bodyPr>
          <a:lstStyle/>
          <a:p>
            <a:pPr algn="just"/>
            <a:r>
              <a:rPr lang="pt-BR" sz="1100" dirty="0">
                <a:latin typeface="Arial" panose="020B0604020202020204" pitchFamily="34" charset="0"/>
                <a:cs typeface="Arial" panose="020B0604020202020204" pitchFamily="34" charset="0"/>
              </a:rPr>
              <a:t>Os produtos Só Aço são garantidos pela Só Aço, na forma estabelecida:</a:t>
            </a:r>
          </a:p>
          <a:p>
            <a:pPr algn="just"/>
            <a:endParaRPr lang="pt-BR" sz="1100" dirty="0">
              <a:latin typeface="Arial" panose="020B0604020202020204" pitchFamily="34" charset="0"/>
              <a:cs typeface="Arial" panose="020B0604020202020204" pitchFamily="34" charset="0"/>
            </a:endParaRPr>
          </a:p>
          <a:p>
            <a:pPr marL="176213" indent="-176213" algn="just">
              <a:buAutoNum type="arabicPeriod"/>
            </a:pPr>
            <a:r>
              <a:rPr lang="pt-BR" sz="1100" b="1" i="1" dirty="0">
                <a:latin typeface="Arial" panose="020B0604020202020204" pitchFamily="34" charset="0"/>
                <a:cs typeface="Arial" panose="020B0604020202020204" pitchFamily="34" charset="0"/>
              </a:rPr>
              <a:t>Condições gerais de garantia:</a:t>
            </a:r>
          </a:p>
          <a:p>
            <a:pPr marL="176213" indent="-176213" algn="just">
              <a:buAutoNum type="alphaLcParenR"/>
            </a:pPr>
            <a:r>
              <a:rPr lang="pt-BR" sz="1100" dirty="0">
                <a:latin typeface="Arial" panose="020B0604020202020204" pitchFamily="34" charset="0"/>
                <a:cs typeface="Arial" panose="020B0604020202020204" pitchFamily="34" charset="0"/>
              </a:rPr>
              <a:t>Os produtos Só Aço são garantidos por 06 (seis) meses a partir da data de emissão da nota fiscal de compra do primeiro comprador contra defeitos de fabricação, sendo 3 (três) meses de garantia legal e mais 3 (três) meses de garantia especial concedida pela Só Aço Industrial</a:t>
            </a:r>
          </a:p>
          <a:p>
            <a:pPr marL="176213" indent="-176213" algn="just">
              <a:buAutoNum type="alphaLcParenR"/>
            </a:pPr>
            <a:r>
              <a:rPr lang="pt-BR" sz="1100" dirty="0">
                <a:latin typeface="Arial" panose="020B0604020202020204" pitchFamily="34" charset="0"/>
                <a:cs typeface="Arial" panose="020B0604020202020204" pitchFamily="34" charset="0"/>
              </a:rPr>
              <a:t>Apenas para compressores e motores elétricos a garantia se estende por mais 6 meses além da garantia legal e da garantia especial, totalizando assim 12 meses de garantia para o compressores e motores elétricos. </a:t>
            </a:r>
          </a:p>
          <a:p>
            <a:pPr marL="176213" indent="-176213" algn="just">
              <a:buAutoNum type="alphaLcParenR"/>
            </a:pPr>
            <a:r>
              <a:rPr lang="pt-BR" sz="1100" dirty="0">
                <a:latin typeface="Arial" panose="020B0604020202020204" pitchFamily="34" charset="0"/>
                <a:cs typeface="Arial" panose="020B0604020202020204" pitchFamily="34" charset="0"/>
              </a:rPr>
              <a:t>Os seguintes componentes: rolamentos, rodízios, retentores, correias, vidros, lâmpadas, fusíveis, chaves-contadoras, resistências, termostatos, relés, borrachas de vedação e outros componentes que não são produzidos pela Só Aço, estão excluídos totalmente da garantia.</a:t>
            </a:r>
          </a:p>
          <a:p>
            <a:pPr marL="176213" indent="-176213" algn="just">
              <a:buAutoNum type="alphaLcParenR"/>
            </a:pPr>
            <a:r>
              <a:rPr lang="pt-BR" sz="1100" dirty="0">
                <a:latin typeface="Arial" panose="020B0604020202020204" pitchFamily="34" charset="0"/>
                <a:cs typeface="Arial" panose="020B0604020202020204" pitchFamily="34" charset="0"/>
              </a:rPr>
              <a:t>Em caso de transferência de prioridade, o período de garantia automaticamente ficará transferido até a expiração do prazo contido na data da Nota fiscal de compra.</a:t>
            </a:r>
          </a:p>
          <a:p>
            <a:pPr marL="176213" indent="-176213" algn="just">
              <a:buAutoNum type="alphaLcParenR"/>
            </a:pPr>
            <a:r>
              <a:rPr lang="pt-BR" sz="1100" dirty="0">
                <a:latin typeface="Arial" panose="020B0604020202020204" pitchFamily="34" charset="0"/>
                <a:cs typeface="Arial" panose="020B0604020202020204" pitchFamily="34" charset="0"/>
              </a:rPr>
              <a:t>A substituição de peças e a prestação de serviços deverão ser executados através da rede de Serviços Autorizados Só Aço. Para comprovação da garantia, o cliente deverá apresentar esse termo de garantia devidamente preenchido e nota fiscal do produto.</a:t>
            </a:r>
          </a:p>
          <a:p>
            <a:pPr algn="just"/>
            <a:r>
              <a:rPr lang="pt-BR" sz="1100" b="1" dirty="0">
                <a:latin typeface="Arial" panose="020B0604020202020204" pitchFamily="34" charset="0"/>
                <a:cs typeface="Arial" panose="020B0604020202020204" pitchFamily="34" charset="0"/>
              </a:rPr>
              <a:t>Observação:</a:t>
            </a:r>
            <a:r>
              <a:rPr lang="pt-BR" sz="1100" dirty="0">
                <a:latin typeface="Arial" panose="020B0604020202020204" pitchFamily="34" charset="0"/>
                <a:cs typeface="Arial" panose="020B0604020202020204" pitchFamily="34" charset="0"/>
              </a:rPr>
              <a:t> Fica, desde já, eleito o Foro da Comarca da Capital do Estado do Piauí para dirimir quaisquer dúvidas oriundas do cumprimento deste Termo de Garantia</a:t>
            </a:r>
          </a:p>
          <a:p>
            <a:pPr algn="just"/>
            <a:endParaRPr lang="pt-BR" sz="1100" dirty="0">
              <a:latin typeface="Arial" panose="020B0604020202020204" pitchFamily="34" charset="0"/>
              <a:cs typeface="Arial" panose="020B0604020202020204" pitchFamily="34" charset="0"/>
            </a:endParaRPr>
          </a:p>
          <a:p>
            <a:pPr algn="just"/>
            <a:r>
              <a:rPr lang="pt-BR" sz="1100" b="1" i="1" dirty="0">
                <a:latin typeface="Arial" panose="020B0604020202020204" pitchFamily="34" charset="0"/>
                <a:cs typeface="Arial" panose="020B0604020202020204" pitchFamily="34" charset="0"/>
              </a:rPr>
              <a:t>2. Serviços de Garantia</a:t>
            </a:r>
          </a:p>
          <a:p>
            <a:pPr algn="just"/>
            <a:r>
              <a:rPr lang="pt-BR" sz="1100" dirty="0">
                <a:latin typeface="Arial" panose="020B0604020202020204" pitchFamily="34" charset="0"/>
                <a:cs typeface="Arial" panose="020B0604020202020204" pitchFamily="34" charset="0"/>
              </a:rPr>
              <a:t>A garantia compreende o reparo ou a substituição de peças ou conjunto de peças, desde que seja reconhecido o defeito como de responsabilidade da Só Aço, em exame efetuado pelo pessoal credenciado a Assistência Técnica Só Aço ou de seus Serviços Autorizados. Em hipótese alguma o aparelho completo será substituído.</a:t>
            </a:r>
          </a:p>
          <a:p>
            <a:pPr algn="just"/>
            <a:r>
              <a:rPr lang="pt-BR" sz="1100" dirty="0">
                <a:latin typeface="Arial" panose="020B0604020202020204" pitchFamily="34" charset="0"/>
                <a:cs typeface="Arial" panose="020B0604020202020204" pitchFamily="34" charset="0"/>
              </a:rPr>
              <a:t>Para o produto instalado fora do perímetro da sede do Serviço Autorizado, cabe ao comprador do equipamento pagar todas as despesas de transporte do técnico. Caso o aparelho tenha que ser removido para a oficina do Serviço Autorizado, tal despesa ocorrerá por conta do comprador e será cobrada na forma de taxa.</a:t>
            </a:r>
          </a:p>
          <a:p>
            <a:pPr algn="just"/>
            <a:endParaRPr lang="pt-BR" sz="1100" b="1" dirty="0">
              <a:latin typeface="Arial" panose="020B0604020202020204" pitchFamily="34" charset="0"/>
              <a:cs typeface="Arial" panose="020B0604020202020204" pitchFamily="34" charset="0"/>
            </a:endParaRPr>
          </a:p>
          <a:p>
            <a:pPr algn="just"/>
            <a:r>
              <a:rPr lang="pt-BR" sz="1100" b="1" dirty="0">
                <a:latin typeface="Arial" panose="020B0604020202020204" pitchFamily="34" charset="0"/>
                <a:cs typeface="Arial" panose="020B0604020202020204" pitchFamily="34" charset="0"/>
              </a:rPr>
              <a:t>3. Extinção da garantia</a:t>
            </a:r>
          </a:p>
          <a:p>
            <a:pPr algn="just"/>
            <a:r>
              <a:rPr lang="pt-BR" sz="1100" dirty="0">
                <a:latin typeface="Arial" panose="020B0604020202020204" pitchFamily="34" charset="0"/>
                <a:cs typeface="Arial" panose="020B0604020202020204" pitchFamily="34" charset="0"/>
              </a:rPr>
              <a:t>Esta garantia perderá sua validade antes da expiração do seu prazo, se for constatado qualquer dano provocado por acidente, transporte, agente de limpeza, uso indevido, maus tratos, negligência, incêndio, instalado em rede elétrica imprópria, e ainda, no caso de apresentar sinais de violação, ajuste ou reparo por pessoa não credenciada pela Só Aço.</a:t>
            </a:r>
          </a:p>
          <a:p>
            <a:pPr algn="just"/>
            <a:r>
              <a:rPr lang="pt-BR" sz="1100" dirty="0">
                <a:latin typeface="Arial" panose="020B0604020202020204" pitchFamily="34" charset="0"/>
                <a:cs typeface="Arial" panose="020B0604020202020204" pitchFamily="34" charset="0"/>
              </a:rPr>
              <a:t>ATENÇÃO</a:t>
            </a:r>
          </a:p>
          <a:p>
            <a:pPr marL="176213" indent="-176213" algn="just">
              <a:buAutoNum type="alphaLcParenR"/>
            </a:pPr>
            <a:r>
              <a:rPr lang="pt-BR" sz="1100" dirty="0">
                <a:latin typeface="Arial" panose="020B0604020202020204" pitchFamily="34" charset="0"/>
                <a:cs typeface="Arial" panose="020B0604020202020204" pitchFamily="34" charset="0"/>
              </a:rPr>
              <a:t>Não autorizamos nenhuma pessoa ou entidade a assumir por nossa conta qualquer responsabilidade relativa a garantia dos produtos Só Aço</a:t>
            </a:r>
          </a:p>
          <a:p>
            <a:pPr marL="176213" indent="-176213" algn="just">
              <a:buAutoNum type="alphaLcParenR"/>
            </a:pPr>
            <a:r>
              <a:rPr lang="pt-BR" sz="1100" dirty="0">
                <a:latin typeface="Arial" panose="020B0604020202020204" pitchFamily="34" charset="0"/>
                <a:cs typeface="Arial" panose="020B0604020202020204" pitchFamily="34" charset="0"/>
              </a:rPr>
              <a:t>Para facilitar o atendimento no período da garantia, conserve a Nota Fiscal de compra junto com o manual de instruções do produto. (Necessário para comprovação da garantia)</a:t>
            </a:r>
          </a:p>
          <a:p>
            <a:pPr marL="176213" indent="-176213" algn="just">
              <a:buAutoNum type="alphaLcParenR"/>
            </a:pPr>
            <a:r>
              <a:rPr lang="pt-BR" sz="1100" dirty="0">
                <a:latin typeface="Arial" panose="020B0604020202020204" pitchFamily="34" charset="0"/>
                <a:cs typeface="Arial" panose="020B0604020202020204" pitchFamily="34" charset="0"/>
              </a:rPr>
              <a:t>A Só Aço se reserva do direito de alterar as características dos seus produtos sem aviso prévio. </a:t>
            </a:r>
          </a:p>
        </p:txBody>
      </p:sp>
      <p:graphicFrame>
        <p:nvGraphicFramePr>
          <p:cNvPr id="10" name="Tabela 9">
            <a:extLst>
              <a:ext uri="{FF2B5EF4-FFF2-40B4-BE49-F238E27FC236}">
                <a16:creationId xmlns:a16="http://schemas.microsoft.com/office/drawing/2014/main" id="{E8FC017C-6449-4CB5-B72F-2A9476F4789F}"/>
              </a:ext>
            </a:extLst>
          </p:cNvPr>
          <p:cNvGraphicFramePr>
            <a:graphicFrameLocks noGrp="1"/>
          </p:cNvGraphicFramePr>
          <p:nvPr>
            <p:extLst>
              <p:ext uri="{D42A27DB-BD31-4B8C-83A1-F6EECF244321}">
                <p14:modId xmlns:p14="http://schemas.microsoft.com/office/powerpoint/2010/main" val="2428722908"/>
              </p:ext>
            </p:extLst>
          </p:nvPr>
        </p:nvGraphicFramePr>
        <p:xfrm>
          <a:off x="160790" y="7833320"/>
          <a:ext cx="6577158" cy="1361572"/>
        </p:xfrm>
        <a:graphic>
          <a:graphicData uri="http://schemas.openxmlformats.org/drawingml/2006/table">
            <a:tbl>
              <a:tblPr firstRow="1" bandRow="1">
                <a:tableStyleId>{2D5ABB26-0587-4C30-8999-92F81FD0307C}</a:tableStyleId>
              </a:tblPr>
              <a:tblGrid>
                <a:gridCol w="1096193">
                  <a:extLst>
                    <a:ext uri="{9D8B030D-6E8A-4147-A177-3AD203B41FA5}">
                      <a16:colId xmlns:a16="http://schemas.microsoft.com/office/drawing/2014/main" val="1713468828"/>
                    </a:ext>
                  </a:extLst>
                </a:gridCol>
                <a:gridCol w="1096193">
                  <a:extLst>
                    <a:ext uri="{9D8B030D-6E8A-4147-A177-3AD203B41FA5}">
                      <a16:colId xmlns:a16="http://schemas.microsoft.com/office/drawing/2014/main" val="2269615378"/>
                    </a:ext>
                  </a:extLst>
                </a:gridCol>
                <a:gridCol w="1096193">
                  <a:extLst>
                    <a:ext uri="{9D8B030D-6E8A-4147-A177-3AD203B41FA5}">
                      <a16:colId xmlns:a16="http://schemas.microsoft.com/office/drawing/2014/main" val="3517463195"/>
                    </a:ext>
                  </a:extLst>
                </a:gridCol>
                <a:gridCol w="1096193">
                  <a:extLst>
                    <a:ext uri="{9D8B030D-6E8A-4147-A177-3AD203B41FA5}">
                      <a16:colId xmlns:a16="http://schemas.microsoft.com/office/drawing/2014/main" val="3012284916"/>
                    </a:ext>
                  </a:extLst>
                </a:gridCol>
                <a:gridCol w="1096193">
                  <a:extLst>
                    <a:ext uri="{9D8B030D-6E8A-4147-A177-3AD203B41FA5}">
                      <a16:colId xmlns:a16="http://schemas.microsoft.com/office/drawing/2014/main" val="3103919278"/>
                    </a:ext>
                  </a:extLst>
                </a:gridCol>
                <a:gridCol w="1096193">
                  <a:extLst>
                    <a:ext uri="{9D8B030D-6E8A-4147-A177-3AD203B41FA5}">
                      <a16:colId xmlns:a16="http://schemas.microsoft.com/office/drawing/2014/main" val="2449578342"/>
                    </a:ext>
                  </a:extLst>
                </a:gridCol>
              </a:tblGrid>
              <a:tr h="340393">
                <a:tc gridSpan="6">
                  <a:txBody>
                    <a:bodyPr/>
                    <a:lstStyle/>
                    <a:p>
                      <a:pPr algn="ctr"/>
                      <a:r>
                        <a:rPr lang="pt-BR" sz="1050" b="1" dirty="0">
                          <a:latin typeface="Arial" panose="020B0604020202020204" pitchFamily="34" charset="0"/>
                          <a:cs typeface="Arial" panose="020B0604020202020204" pitchFamily="34" charset="0"/>
                        </a:rPr>
                        <a:t>Dados necessários para abertura do atendimento</a:t>
                      </a:r>
                      <a:endParaRPr lang="pt-BR" sz="1100" b="1" dirty="0">
                        <a:latin typeface="Arial" panose="020B0604020202020204" pitchFamily="34" charset="0"/>
                        <a:cs typeface="Arial" panose="020B0604020202020204" pitchFamily="34" charset="0"/>
                      </a:endParaRPr>
                    </a:p>
                  </a:txBody>
                  <a:tcPr marL="119795" marR="119795" marT="59898" marB="598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hMerge="1">
                  <a:txBody>
                    <a:bodyPr/>
                    <a:lstStyle/>
                    <a:p>
                      <a:endParaRPr lang="pt-BR" sz="9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pt-BR" sz="9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pt-BR" sz="9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pt-BR" sz="1400" b="1" dirty="0">
                        <a:latin typeface="Arial" panose="020B0604020202020204" pitchFamily="34" charset="0"/>
                        <a:cs typeface="Arial" panose="020B0604020202020204" pitchFamily="34" charset="0"/>
                      </a:endParaRPr>
                    </a:p>
                  </a:txBody>
                  <a:tcPr marL="119795" marR="119795" marT="59898" marB="598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hMerge="1">
                  <a:txBody>
                    <a:bodyPr/>
                    <a:lstStyle/>
                    <a:p>
                      <a:pPr algn="ctr"/>
                      <a:endParaRPr lang="pt-BR" sz="1400" b="1" dirty="0">
                        <a:latin typeface="Arial" panose="020B0604020202020204" pitchFamily="34" charset="0"/>
                        <a:cs typeface="Arial" panose="020B0604020202020204" pitchFamily="34" charset="0"/>
                      </a:endParaRPr>
                    </a:p>
                  </a:txBody>
                  <a:tcPr marL="119795" marR="119795" marT="59898" marB="598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extLst>
                  <a:ext uri="{0D108BD9-81ED-4DB2-BD59-A6C34878D82A}">
                    <a16:rowId xmlns:a16="http://schemas.microsoft.com/office/drawing/2014/main" val="2727796499"/>
                  </a:ext>
                </a:extLst>
              </a:tr>
              <a:tr h="340393">
                <a:tc>
                  <a:txBody>
                    <a:bodyPr/>
                    <a:lstStyle/>
                    <a:p>
                      <a:r>
                        <a:rPr lang="pt-BR" sz="900" dirty="0">
                          <a:latin typeface="Arial" panose="020B0604020202020204" pitchFamily="34" charset="0"/>
                          <a:cs typeface="Arial" panose="020B0604020202020204" pitchFamily="34" charset="0"/>
                        </a:rPr>
                        <a:t>Data de Compra</a:t>
                      </a:r>
                    </a:p>
                  </a:txBody>
                  <a:tcPr marL="119795" marR="119795" marT="59898" marB="598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BR" sz="900" dirty="0">
                        <a:latin typeface="Arial" panose="020B0604020202020204" pitchFamily="34" charset="0"/>
                        <a:cs typeface="Arial" panose="020B0604020202020204" pitchFamily="34" charset="0"/>
                      </a:endParaRPr>
                    </a:p>
                  </a:txBody>
                  <a:tcPr marL="119795" marR="119795" marT="59898" marB="598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pt-BR" sz="900" dirty="0">
                          <a:latin typeface="Arial" panose="020B0604020202020204" pitchFamily="34" charset="0"/>
                          <a:cs typeface="Arial" panose="020B0604020202020204" pitchFamily="34" charset="0"/>
                        </a:rPr>
                        <a:t>Cliente</a:t>
                      </a:r>
                    </a:p>
                  </a:txBody>
                  <a:tcPr marL="119795" marR="119795" marT="59898" marB="598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BR" sz="900" dirty="0">
                        <a:latin typeface="Arial" panose="020B0604020202020204" pitchFamily="34" charset="0"/>
                        <a:cs typeface="Arial" panose="020B0604020202020204" pitchFamily="34" charset="0"/>
                      </a:endParaRPr>
                    </a:p>
                  </a:txBody>
                  <a:tcPr marL="119795" marR="119795" marT="59898" marB="598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pt-BR" sz="900" dirty="0">
                          <a:latin typeface="Arial" panose="020B0604020202020204" pitchFamily="34" charset="0"/>
                          <a:cs typeface="Arial" panose="020B0604020202020204" pitchFamily="34" charset="0"/>
                        </a:rPr>
                        <a:t>Estado</a:t>
                      </a:r>
                    </a:p>
                  </a:txBody>
                  <a:tcPr marL="119795" marR="119795" marT="59898" marB="598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BR" sz="900" dirty="0">
                        <a:latin typeface="Arial" panose="020B0604020202020204" pitchFamily="34" charset="0"/>
                        <a:cs typeface="Arial" panose="020B0604020202020204" pitchFamily="34" charset="0"/>
                      </a:endParaRPr>
                    </a:p>
                  </a:txBody>
                  <a:tcPr marL="119795" marR="119795" marT="59898" marB="598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31968675"/>
                  </a:ext>
                </a:extLst>
              </a:tr>
              <a:tr h="340393">
                <a:tc>
                  <a:txBody>
                    <a:bodyPr/>
                    <a:lstStyle/>
                    <a:p>
                      <a:r>
                        <a:rPr lang="pt-BR" sz="900" dirty="0">
                          <a:latin typeface="Arial" panose="020B0604020202020204" pitchFamily="34" charset="0"/>
                          <a:cs typeface="Arial" panose="020B0604020202020204" pitchFamily="34" charset="0"/>
                        </a:rPr>
                        <a:t>Nota Fiscal</a:t>
                      </a:r>
                    </a:p>
                  </a:txBody>
                  <a:tcPr marL="119795" marR="119795" marT="59898" marB="598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BR" sz="900" dirty="0">
                        <a:latin typeface="Arial" panose="020B0604020202020204" pitchFamily="34" charset="0"/>
                        <a:cs typeface="Arial" panose="020B0604020202020204" pitchFamily="34" charset="0"/>
                      </a:endParaRPr>
                    </a:p>
                  </a:txBody>
                  <a:tcPr marL="119795" marR="119795" marT="59898" marB="598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1043056" rtl="0" eaLnBrk="1" fontAlgn="auto" latinLnBrk="0" hangingPunct="1">
                        <a:lnSpc>
                          <a:spcPct val="100000"/>
                        </a:lnSpc>
                        <a:spcBef>
                          <a:spcPts val="0"/>
                        </a:spcBef>
                        <a:spcAft>
                          <a:spcPts val="0"/>
                        </a:spcAft>
                        <a:buClrTx/>
                        <a:buSzTx/>
                        <a:buFontTx/>
                        <a:buNone/>
                        <a:tabLst/>
                        <a:defRPr/>
                      </a:pPr>
                      <a:r>
                        <a:rPr lang="pt-BR" sz="900" dirty="0">
                          <a:latin typeface="Arial" panose="020B0604020202020204" pitchFamily="34" charset="0"/>
                          <a:cs typeface="Arial" panose="020B0604020202020204" pitchFamily="34" charset="0"/>
                        </a:rPr>
                        <a:t>Telefone</a:t>
                      </a:r>
                    </a:p>
                  </a:txBody>
                  <a:tcPr marL="119795" marR="119795" marT="59898" marB="598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BR" sz="900" dirty="0">
                        <a:latin typeface="Arial" panose="020B0604020202020204" pitchFamily="34" charset="0"/>
                        <a:cs typeface="Arial" panose="020B0604020202020204" pitchFamily="34" charset="0"/>
                      </a:endParaRPr>
                    </a:p>
                  </a:txBody>
                  <a:tcPr marL="119795" marR="119795" marT="59898" marB="598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900" dirty="0">
                          <a:latin typeface="Arial" panose="020B0604020202020204" pitchFamily="34" charset="0"/>
                          <a:cs typeface="Arial" panose="020B0604020202020204" pitchFamily="34" charset="0"/>
                        </a:rPr>
                        <a:t>Endereço</a:t>
                      </a:r>
                    </a:p>
                  </a:txBody>
                  <a:tcPr marL="119795" marR="119795" marT="59898" marB="598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BR" sz="900" dirty="0">
                        <a:latin typeface="Arial" panose="020B0604020202020204" pitchFamily="34" charset="0"/>
                        <a:cs typeface="Arial" panose="020B0604020202020204" pitchFamily="34" charset="0"/>
                      </a:endParaRPr>
                    </a:p>
                  </a:txBody>
                  <a:tcPr marL="119795" marR="119795" marT="59898" marB="598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15479289"/>
                  </a:ext>
                </a:extLst>
              </a:tr>
              <a:tr h="340393">
                <a:tc>
                  <a:txBody>
                    <a:bodyPr/>
                    <a:lstStyle/>
                    <a:p>
                      <a:r>
                        <a:rPr lang="pt-BR" sz="900" dirty="0">
                          <a:latin typeface="Arial" panose="020B0604020202020204" pitchFamily="34" charset="0"/>
                          <a:cs typeface="Arial" panose="020B0604020202020204" pitchFamily="34" charset="0"/>
                        </a:rPr>
                        <a:t>Revendedor</a:t>
                      </a:r>
                    </a:p>
                  </a:txBody>
                  <a:tcPr marL="119795" marR="119795" marT="59898" marB="598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BR" sz="900" dirty="0">
                        <a:latin typeface="Arial" panose="020B0604020202020204" pitchFamily="34" charset="0"/>
                        <a:cs typeface="Arial" panose="020B0604020202020204" pitchFamily="34" charset="0"/>
                      </a:endParaRPr>
                    </a:p>
                  </a:txBody>
                  <a:tcPr marL="119795" marR="119795" marT="59898" marB="598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pt-BR" sz="900" dirty="0">
                          <a:latin typeface="Arial" panose="020B0604020202020204" pitchFamily="34" charset="0"/>
                          <a:cs typeface="Arial" panose="020B0604020202020204" pitchFamily="34" charset="0"/>
                        </a:rPr>
                        <a:t>Cidade</a:t>
                      </a:r>
                    </a:p>
                  </a:txBody>
                  <a:tcPr marL="119795" marR="119795" marT="59898" marB="598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BR" sz="900" dirty="0">
                        <a:latin typeface="Arial" panose="020B0604020202020204" pitchFamily="34" charset="0"/>
                        <a:cs typeface="Arial" panose="020B0604020202020204" pitchFamily="34" charset="0"/>
                      </a:endParaRPr>
                    </a:p>
                  </a:txBody>
                  <a:tcPr marL="119795" marR="119795" marT="59898" marB="598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pt-BR" sz="900" dirty="0">
                          <a:latin typeface="Arial" panose="020B0604020202020204" pitchFamily="34" charset="0"/>
                          <a:cs typeface="Arial" panose="020B0604020202020204" pitchFamily="34" charset="0"/>
                        </a:rPr>
                        <a:t>Série</a:t>
                      </a:r>
                    </a:p>
                  </a:txBody>
                  <a:tcPr marL="119795" marR="119795" marT="59898" marB="598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BR" sz="900" dirty="0">
                        <a:latin typeface="Arial" panose="020B0604020202020204" pitchFamily="34" charset="0"/>
                        <a:cs typeface="Arial" panose="020B0604020202020204" pitchFamily="34" charset="0"/>
                      </a:endParaRPr>
                    </a:p>
                  </a:txBody>
                  <a:tcPr marL="119795" marR="119795" marT="59898" marB="598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10296662"/>
                  </a:ext>
                </a:extLst>
              </a:tr>
            </a:tbl>
          </a:graphicData>
        </a:graphic>
      </p:graphicFrame>
    </p:spTree>
    <p:extLst>
      <p:ext uri="{BB962C8B-B14F-4D97-AF65-F5344CB8AC3E}">
        <p14:creationId xmlns:p14="http://schemas.microsoft.com/office/powerpoint/2010/main" val="19472783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7087273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2335479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0731945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Conector reto 3">
            <a:extLst>
              <a:ext uri="{FF2B5EF4-FFF2-40B4-BE49-F238E27FC236}">
                <a16:creationId xmlns:a16="http://schemas.microsoft.com/office/drawing/2014/main" id="{9BB4527F-89E3-44CC-9E84-9AA28FEC81DF}"/>
              </a:ext>
            </a:extLst>
          </p:cNvPr>
          <p:cNvCxnSpPr>
            <a:cxnSpLocks/>
          </p:cNvCxnSpPr>
          <p:nvPr/>
        </p:nvCxnSpPr>
        <p:spPr>
          <a:xfrm>
            <a:off x="67128" y="200472"/>
            <a:ext cx="6723743" cy="0"/>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5" name="Conector reto 4">
            <a:extLst>
              <a:ext uri="{FF2B5EF4-FFF2-40B4-BE49-F238E27FC236}">
                <a16:creationId xmlns:a16="http://schemas.microsoft.com/office/drawing/2014/main" id="{DF413D89-00D2-4CA2-99CF-4F219F211FB2}"/>
              </a:ext>
            </a:extLst>
          </p:cNvPr>
          <p:cNvCxnSpPr>
            <a:cxnSpLocks/>
          </p:cNvCxnSpPr>
          <p:nvPr/>
        </p:nvCxnSpPr>
        <p:spPr>
          <a:xfrm>
            <a:off x="67128" y="679448"/>
            <a:ext cx="6723743" cy="0"/>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pic>
        <p:nvPicPr>
          <p:cNvPr id="14" name="Imagem 13">
            <a:extLst>
              <a:ext uri="{FF2B5EF4-FFF2-40B4-BE49-F238E27FC236}">
                <a16:creationId xmlns:a16="http://schemas.microsoft.com/office/drawing/2014/main" id="{14521F77-0E76-4020-A611-4E2F399130D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2186" y="725469"/>
            <a:ext cx="1559003" cy="365525"/>
          </a:xfrm>
          <a:prstGeom prst="rect">
            <a:avLst/>
          </a:prstGeom>
        </p:spPr>
      </p:pic>
      <p:sp>
        <p:nvSpPr>
          <p:cNvPr id="15" name="CaixaDeTexto 14">
            <a:extLst>
              <a:ext uri="{FF2B5EF4-FFF2-40B4-BE49-F238E27FC236}">
                <a16:creationId xmlns:a16="http://schemas.microsoft.com/office/drawing/2014/main" id="{FE3C783F-27D2-4D54-8EE4-24AFC7999440}"/>
              </a:ext>
            </a:extLst>
          </p:cNvPr>
          <p:cNvSpPr txBox="1"/>
          <p:nvPr/>
        </p:nvSpPr>
        <p:spPr>
          <a:xfrm>
            <a:off x="315860" y="268942"/>
            <a:ext cx="6226281" cy="414857"/>
          </a:xfrm>
          <a:prstGeom prst="rect">
            <a:avLst/>
          </a:prstGeom>
          <a:noFill/>
        </p:spPr>
        <p:txBody>
          <a:bodyPr wrap="square" rtlCol="0">
            <a:spAutoFit/>
            <a:scene3d>
              <a:camera prst="orthographicFront"/>
              <a:lightRig rig="threePt" dir="t"/>
            </a:scene3d>
            <a:sp3d extrusionH="57150">
              <a:bevelT w="38100" h="38100"/>
            </a:sp3d>
          </a:bodyPr>
          <a:lstStyle>
            <a:defPPr>
              <a:defRPr lang="pt-BR"/>
            </a:defPPr>
            <a:lvl1pPr algn="ctr">
              <a:defRPr sz="2000">
                <a:latin typeface="Bookman Old Style" panose="02050604050505020204" pitchFamily="18" charset="0"/>
              </a:defRPr>
            </a:lvl1pPr>
          </a:lstStyle>
          <a:p>
            <a:pPr defTabSz="1366508">
              <a:defRPr/>
            </a:pPr>
            <a:r>
              <a:rPr lang="pt-BR" sz="2096" b="1" dirty="0">
                <a:solidFill>
                  <a:prstClr val="black"/>
                </a:solidFill>
                <a:latin typeface="Monda" pitchFamily="2" charset="0"/>
              </a:rPr>
              <a:t>BALCÃO NATURAL</a:t>
            </a:r>
          </a:p>
        </p:txBody>
      </p:sp>
      <p:pic>
        <p:nvPicPr>
          <p:cNvPr id="16" name="Imagem 15">
            <a:extLst>
              <a:ext uri="{FF2B5EF4-FFF2-40B4-BE49-F238E27FC236}">
                <a16:creationId xmlns:a16="http://schemas.microsoft.com/office/drawing/2014/main" id="{45D35015-375D-4A01-80FB-5742FED0775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775492" y="725469"/>
            <a:ext cx="1559003" cy="365525"/>
          </a:xfrm>
          <a:prstGeom prst="rect">
            <a:avLst/>
          </a:prstGeom>
        </p:spPr>
      </p:pic>
      <p:pic>
        <p:nvPicPr>
          <p:cNvPr id="17" name="Imagem 16">
            <a:extLst>
              <a:ext uri="{FF2B5EF4-FFF2-40B4-BE49-F238E27FC236}">
                <a16:creationId xmlns:a16="http://schemas.microsoft.com/office/drawing/2014/main" id="{9389419B-B04F-4EC1-823E-B005BC63E4A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508799" y="725469"/>
            <a:ext cx="1559003" cy="365525"/>
          </a:xfrm>
          <a:prstGeom prst="rect">
            <a:avLst/>
          </a:prstGeom>
        </p:spPr>
      </p:pic>
      <p:pic>
        <p:nvPicPr>
          <p:cNvPr id="18" name="Imagem 17">
            <a:extLst>
              <a:ext uri="{FF2B5EF4-FFF2-40B4-BE49-F238E27FC236}">
                <a16:creationId xmlns:a16="http://schemas.microsoft.com/office/drawing/2014/main" id="{F5049002-983D-481E-9180-88445A0E6A7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242106" y="725469"/>
            <a:ext cx="1559003" cy="365525"/>
          </a:xfrm>
          <a:prstGeom prst="rect">
            <a:avLst/>
          </a:prstGeom>
        </p:spPr>
      </p:pic>
      <p:pic>
        <p:nvPicPr>
          <p:cNvPr id="19" name="Imagem 18">
            <a:extLst>
              <a:ext uri="{FF2B5EF4-FFF2-40B4-BE49-F238E27FC236}">
                <a16:creationId xmlns:a16="http://schemas.microsoft.com/office/drawing/2014/main" id="{C7975D5C-3359-439C-8F47-CF54705ACB2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1239" y="1153927"/>
            <a:ext cx="1559003" cy="365525"/>
          </a:xfrm>
          <a:prstGeom prst="rect">
            <a:avLst/>
          </a:prstGeom>
        </p:spPr>
      </p:pic>
      <p:pic>
        <p:nvPicPr>
          <p:cNvPr id="20" name="Imagem 19">
            <a:extLst>
              <a:ext uri="{FF2B5EF4-FFF2-40B4-BE49-F238E27FC236}">
                <a16:creationId xmlns:a16="http://schemas.microsoft.com/office/drawing/2014/main" id="{EAF65095-BAE6-4A70-8028-257C9A3E5DF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774545" y="1153927"/>
            <a:ext cx="1559003" cy="365525"/>
          </a:xfrm>
          <a:prstGeom prst="rect">
            <a:avLst/>
          </a:prstGeom>
        </p:spPr>
      </p:pic>
      <p:pic>
        <p:nvPicPr>
          <p:cNvPr id="21" name="Imagem 20">
            <a:extLst>
              <a:ext uri="{FF2B5EF4-FFF2-40B4-BE49-F238E27FC236}">
                <a16:creationId xmlns:a16="http://schemas.microsoft.com/office/drawing/2014/main" id="{209F8480-FEA9-40B8-8964-46B253A610B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507852" y="1153927"/>
            <a:ext cx="1559003" cy="365525"/>
          </a:xfrm>
          <a:prstGeom prst="rect">
            <a:avLst/>
          </a:prstGeom>
        </p:spPr>
      </p:pic>
      <p:pic>
        <p:nvPicPr>
          <p:cNvPr id="22" name="Imagem 21">
            <a:extLst>
              <a:ext uri="{FF2B5EF4-FFF2-40B4-BE49-F238E27FC236}">
                <a16:creationId xmlns:a16="http://schemas.microsoft.com/office/drawing/2014/main" id="{3BA4B81F-FE1F-48B7-8B36-22B4B805979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241159" y="1153927"/>
            <a:ext cx="1559003" cy="365525"/>
          </a:xfrm>
          <a:prstGeom prst="rect">
            <a:avLst/>
          </a:prstGeom>
        </p:spPr>
      </p:pic>
      <p:pic>
        <p:nvPicPr>
          <p:cNvPr id="23" name="Imagem 22">
            <a:extLst>
              <a:ext uri="{FF2B5EF4-FFF2-40B4-BE49-F238E27FC236}">
                <a16:creationId xmlns:a16="http://schemas.microsoft.com/office/drawing/2014/main" id="{55647090-DC90-498D-AFB5-C96F72FCF56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1471" y="1582384"/>
            <a:ext cx="1559003" cy="365525"/>
          </a:xfrm>
          <a:prstGeom prst="rect">
            <a:avLst/>
          </a:prstGeom>
        </p:spPr>
      </p:pic>
      <p:pic>
        <p:nvPicPr>
          <p:cNvPr id="24" name="Imagem 23">
            <a:extLst>
              <a:ext uri="{FF2B5EF4-FFF2-40B4-BE49-F238E27FC236}">
                <a16:creationId xmlns:a16="http://schemas.microsoft.com/office/drawing/2014/main" id="{929F6028-9429-479E-8136-3F5FE0AE574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784777" y="1582384"/>
            <a:ext cx="1559003" cy="365525"/>
          </a:xfrm>
          <a:prstGeom prst="rect">
            <a:avLst/>
          </a:prstGeom>
        </p:spPr>
      </p:pic>
      <p:pic>
        <p:nvPicPr>
          <p:cNvPr id="25" name="Imagem 24">
            <a:extLst>
              <a:ext uri="{FF2B5EF4-FFF2-40B4-BE49-F238E27FC236}">
                <a16:creationId xmlns:a16="http://schemas.microsoft.com/office/drawing/2014/main" id="{2E7A6310-4DBB-4EF0-ACB9-8BAB1F214DD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518083" y="1582384"/>
            <a:ext cx="1559003" cy="365525"/>
          </a:xfrm>
          <a:prstGeom prst="rect">
            <a:avLst/>
          </a:prstGeom>
        </p:spPr>
      </p:pic>
      <p:pic>
        <p:nvPicPr>
          <p:cNvPr id="26" name="Imagem 25">
            <a:extLst>
              <a:ext uri="{FF2B5EF4-FFF2-40B4-BE49-F238E27FC236}">
                <a16:creationId xmlns:a16="http://schemas.microsoft.com/office/drawing/2014/main" id="{751BC89B-62A3-4E14-A971-D3105F92E8C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251391" y="1582384"/>
            <a:ext cx="1559003" cy="365525"/>
          </a:xfrm>
          <a:prstGeom prst="rect">
            <a:avLst/>
          </a:prstGeom>
        </p:spPr>
      </p:pic>
      <p:pic>
        <p:nvPicPr>
          <p:cNvPr id="27" name="Imagem 26">
            <a:extLst>
              <a:ext uri="{FF2B5EF4-FFF2-40B4-BE49-F238E27FC236}">
                <a16:creationId xmlns:a16="http://schemas.microsoft.com/office/drawing/2014/main" id="{83519678-3AAF-4D8A-A4E9-761F0CB17BB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5765" y="2004483"/>
            <a:ext cx="1559003" cy="365525"/>
          </a:xfrm>
          <a:prstGeom prst="rect">
            <a:avLst/>
          </a:prstGeom>
        </p:spPr>
      </p:pic>
      <p:pic>
        <p:nvPicPr>
          <p:cNvPr id="28" name="Imagem 27">
            <a:extLst>
              <a:ext uri="{FF2B5EF4-FFF2-40B4-BE49-F238E27FC236}">
                <a16:creationId xmlns:a16="http://schemas.microsoft.com/office/drawing/2014/main" id="{65360BE1-7BDF-4A72-9B76-C8CB818B1F8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779072" y="2004483"/>
            <a:ext cx="1559003" cy="365525"/>
          </a:xfrm>
          <a:prstGeom prst="rect">
            <a:avLst/>
          </a:prstGeom>
        </p:spPr>
      </p:pic>
      <p:pic>
        <p:nvPicPr>
          <p:cNvPr id="29" name="Imagem 28">
            <a:extLst>
              <a:ext uri="{FF2B5EF4-FFF2-40B4-BE49-F238E27FC236}">
                <a16:creationId xmlns:a16="http://schemas.microsoft.com/office/drawing/2014/main" id="{5710B212-0DCC-4BAB-97C5-AB292E1D437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512378" y="2004483"/>
            <a:ext cx="1559003" cy="365525"/>
          </a:xfrm>
          <a:prstGeom prst="rect">
            <a:avLst/>
          </a:prstGeom>
        </p:spPr>
      </p:pic>
      <p:pic>
        <p:nvPicPr>
          <p:cNvPr id="30" name="Imagem 29">
            <a:extLst>
              <a:ext uri="{FF2B5EF4-FFF2-40B4-BE49-F238E27FC236}">
                <a16:creationId xmlns:a16="http://schemas.microsoft.com/office/drawing/2014/main" id="{0D833297-AE82-4FEB-9D12-69FC5EC3EBB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245686" y="2004483"/>
            <a:ext cx="1559003" cy="365525"/>
          </a:xfrm>
          <a:prstGeom prst="rect">
            <a:avLst/>
          </a:prstGeom>
        </p:spPr>
      </p:pic>
      <p:pic>
        <p:nvPicPr>
          <p:cNvPr id="31" name="Imagem 30">
            <a:extLst>
              <a:ext uri="{FF2B5EF4-FFF2-40B4-BE49-F238E27FC236}">
                <a16:creationId xmlns:a16="http://schemas.microsoft.com/office/drawing/2014/main" id="{DBF6553A-75CA-4F70-A416-E9FD63DE9A4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4818" y="2432941"/>
            <a:ext cx="1559003" cy="365525"/>
          </a:xfrm>
          <a:prstGeom prst="rect">
            <a:avLst/>
          </a:prstGeom>
        </p:spPr>
      </p:pic>
      <p:pic>
        <p:nvPicPr>
          <p:cNvPr id="32" name="Imagem 31">
            <a:extLst>
              <a:ext uri="{FF2B5EF4-FFF2-40B4-BE49-F238E27FC236}">
                <a16:creationId xmlns:a16="http://schemas.microsoft.com/office/drawing/2014/main" id="{5008AEC1-940B-44C7-A9A3-70028E2E6FE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778124" y="2432941"/>
            <a:ext cx="1559003" cy="365525"/>
          </a:xfrm>
          <a:prstGeom prst="rect">
            <a:avLst/>
          </a:prstGeom>
        </p:spPr>
      </p:pic>
      <p:pic>
        <p:nvPicPr>
          <p:cNvPr id="33" name="Imagem 32">
            <a:extLst>
              <a:ext uri="{FF2B5EF4-FFF2-40B4-BE49-F238E27FC236}">
                <a16:creationId xmlns:a16="http://schemas.microsoft.com/office/drawing/2014/main" id="{A2151009-38A9-424B-A1C2-2EE3AFDCB22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511431" y="2432941"/>
            <a:ext cx="1559003" cy="365525"/>
          </a:xfrm>
          <a:prstGeom prst="rect">
            <a:avLst/>
          </a:prstGeom>
        </p:spPr>
      </p:pic>
      <p:pic>
        <p:nvPicPr>
          <p:cNvPr id="34" name="Imagem 33">
            <a:extLst>
              <a:ext uri="{FF2B5EF4-FFF2-40B4-BE49-F238E27FC236}">
                <a16:creationId xmlns:a16="http://schemas.microsoft.com/office/drawing/2014/main" id="{481D30B3-7705-4E93-A820-5B5E7FAA88B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244738" y="2432941"/>
            <a:ext cx="1559003" cy="365525"/>
          </a:xfrm>
          <a:prstGeom prst="rect">
            <a:avLst/>
          </a:prstGeom>
        </p:spPr>
      </p:pic>
      <p:pic>
        <p:nvPicPr>
          <p:cNvPr id="35" name="Imagem 34">
            <a:extLst>
              <a:ext uri="{FF2B5EF4-FFF2-40B4-BE49-F238E27FC236}">
                <a16:creationId xmlns:a16="http://schemas.microsoft.com/office/drawing/2014/main" id="{91FF52C7-DE10-41F7-8D7C-8BE6CE4A3C8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5050" y="2861398"/>
            <a:ext cx="1559003" cy="365525"/>
          </a:xfrm>
          <a:prstGeom prst="rect">
            <a:avLst/>
          </a:prstGeom>
        </p:spPr>
      </p:pic>
      <p:pic>
        <p:nvPicPr>
          <p:cNvPr id="36" name="Imagem 35">
            <a:extLst>
              <a:ext uri="{FF2B5EF4-FFF2-40B4-BE49-F238E27FC236}">
                <a16:creationId xmlns:a16="http://schemas.microsoft.com/office/drawing/2014/main" id="{2EF6669A-1CA5-4525-AD39-B5E817B615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788356" y="2861398"/>
            <a:ext cx="1559003" cy="365525"/>
          </a:xfrm>
          <a:prstGeom prst="rect">
            <a:avLst/>
          </a:prstGeom>
        </p:spPr>
      </p:pic>
      <p:pic>
        <p:nvPicPr>
          <p:cNvPr id="37" name="Imagem 36">
            <a:extLst>
              <a:ext uri="{FF2B5EF4-FFF2-40B4-BE49-F238E27FC236}">
                <a16:creationId xmlns:a16="http://schemas.microsoft.com/office/drawing/2014/main" id="{AFF02E9C-FDEC-40D2-8896-ADA48FA9446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521663" y="2861398"/>
            <a:ext cx="1559003" cy="365525"/>
          </a:xfrm>
          <a:prstGeom prst="rect">
            <a:avLst/>
          </a:prstGeom>
        </p:spPr>
      </p:pic>
      <p:pic>
        <p:nvPicPr>
          <p:cNvPr id="38" name="Imagem 37">
            <a:extLst>
              <a:ext uri="{FF2B5EF4-FFF2-40B4-BE49-F238E27FC236}">
                <a16:creationId xmlns:a16="http://schemas.microsoft.com/office/drawing/2014/main" id="{6BA4AFA6-3C4E-4951-BE73-DCD561AF69B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254970" y="2861398"/>
            <a:ext cx="1559003" cy="365525"/>
          </a:xfrm>
          <a:prstGeom prst="rect">
            <a:avLst/>
          </a:prstGeom>
        </p:spPr>
      </p:pic>
      <p:pic>
        <p:nvPicPr>
          <p:cNvPr id="39" name="Imagem 38">
            <a:extLst>
              <a:ext uri="{FF2B5EF4-FFF2-40B4-BE49-F238E27FC236}">
                <a16:creationId xmlns:a16="http://schemas.microsoft.com/office/drawing/2014/main" id="{E71252E7-5098-411B-BA8F-0AEBF735F4E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1239" y="3285896"/>
            <a:ext cx="1559003" cy="365525"/>
          </a:xfrm>
          <a:prstGeom prst="rect">
            <a:avLst/>
          </a:prstGeom>
        </p:spPr>
      </p:pic>
      <p:pic>
        <p:nvPicPr>
          <p:cNvPr id="40" name="Imagem 39">
            <a:extLst>
              <a:ext uri="{FF2B5EF4-FFF2-40B4-BE49-F238E27FC236}">
                <a16:creationId xmlns:a16="http://schemas.microsoft.com/office/drawing/2014/main" id="{349F2505-43F7-4B63-B000-67AA62CE491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774545" y="3285896"/>
            <a:ext cx="1559003" cy="365525"/>
          </a:xfrm>
          <a:prstGeom prst="rect">
            <a:avLst/>
          </a:prstGeom>
        </p:spPr>
      </p:pic>
      <p:pic>
        <p:nvPicPr>
          <p:cNvPr id="41" name="Imagem 40">
            <a:extLst>
              <a:ext uri="{FF2B5EF4-FFF2-40B4-BE49-F238E27FC236}">
                <a16:creationId xmlns:a16="http://schemas.microsoft.com/office/drawing/2014/main" id="{E920A870-E02D-4972-86F5-DC7F617A670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507852" y="3285896"/>
            <a:ext cx="1559003" cy="365525"/>
          </a:xfrm>
          <a:prstGeom prst="rect">
            <a:avLst/>
          </a:prstGeom>
        </p:spPr>
      </p:pic>
      <p:pic>
        <p:nvPicPr>
          <p:cNvPr id="42" name="Imagem 41">
            <a:extLst>
              <a:ext uri="{FF2B5EF4-FFF2-40B4-BE49-F238E27FC236}">
                <a16:creationId xmlns:a16="http://schemas.microsoft.com/office/drawing/2014/main" id="{AAB84A7A-16C0-48B9-839D-460C2671466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241159" y="3285896"/>
            <a:ext cx="1559003" cy="365525"/>
          </a:xfrm>
          <a:prstGeom prst="rect">
            <a:avLst/>
          </a:prstGeom>
        </p:spPr>
      </p:pic>
      <p:pic>
        <p:nvPicPr>
          <p:cNvPr id="43" name="Imagem 42">
            <a:extLst>
              <a:ext uri="{FF2B5EF4-FFF2-40B4-BE49-F238E27FC236}">
                <a16:creationId xmlns:a16="http://schemas.microsoft.com/office/drawing/2014/main" id="{2704CAAF-5635-463C-8E48-CB599160BD5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0292" y="3714353"/>
            <a:ext cx="1559003" cy="365525"/>
          </a:xfrm>
          <a:prstGeom prst="rect">
            <a:avLst/>
          </a:prstGeom>
        </p:spPr>
      </p:pic>
      <p:pic>
        <p:nvPicPr>
          <p:cNvPr id="44" name="Imagem 43">
            <a:extLst>
              <a:ext uri="{FF2B5EF4-FFF2-40B4-BE49-F238E27FC236}">
                <a16:creationId xmlns:a16="http://schemas.microsoft.com/office/drawing/2014/main" id="{423F8336-9103-4831-9CE3-8DEA1B5BBF6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773598" y="3714353"/>
            <a:ext cx="1559003" cy="365525"/>
          </a:xfrm>
          <a:prstGeom prst="rect">
            <a:avLst/>
          </a:prstGeom>
        </p:spPr>
      </p:pic>
      <p:pic>
        <p:nvPicPr>
          <p:cNvPr id="45" name="Imagem 44">
            <a:extLst>
              <a:ext uri="{FF2B5EF4-FFF2-40B4-BE49-F238E27FC236}">
                <a16:creationId xmlns:a16="http://schemas.microsoft.com/office/drawing/2014/main" id="{A6D5FE7A-4E31-476B-AAAD-F27CFC99F50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506904" y="3714353"/>
            <a:ext cx="1559003" cy="365525"/>
          </a:xfrm>
          <a:prstGeom prst="rect">
            <a:avLst/>
          </a:prstGeom>
        </p:spPr>
      </p:pic>
      <p:pic>
        <p:nvPicPr>
          <p:cNvPr id="46" name="Imagem 45">
            <a:extLst>
              <a:ext uri="{FF2B5EF4-FFF2-40B4-BE49-F238E27FC236}">
                <a16:creationId xmlns:a16="http://schemas.microsoft.com/office/drawing/2014/main" id="{310EA98C-3038-4306-846B-38DF5E020C6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240212" y="3714353"/>
            <a:ext cx="1559003" cy="365525"/>
          </a:xfrm>
          <a:prstGeom prst="rect">
            <a:avLst/>
          </a:prstGeom>
        </p:spPr>
      </p:pic>
      <p:pic>
        <p:nvPicPr>
          <p:cNvPr id="47" name="Imagem 46">
            <a:extLst>
              <a:ext uri="{FF2B5EF4-FFF2-40B4-BE49-F238E27FC236}">
                <a16:creationId xmlns:a16="http://schemas.microsoft.com/office/drawing/2014/main" id="{2B097C6A-0D9B-40AE-8083-DDF37240BF4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0523" y="4142811"/>
            <a:ext cx="1559003" cy="365525"/>
          </a:xfrm>
          <a:prstGeom prst="rect">
            <a:avLst/>
          </a:prstGeom>
        </p:spPr>
      </p:pic>
      <p:pic>
        <p:nvPicPr>
          <p:cNvPr id="48" name="Imagem 47">
            <a:extLst>
              <a:ext uri="{FF2B5EF4-FFF2-40B4-BE49-F238E27FC236}">
                <a16:creationId xmlns:a16="http://schemas.microsoft.com/office/drawing/2014/main" id="{C03EBB62-DE4D-434D-9F5F-E5FA849D588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783830" y="4142811"/>
            <a:ext cx="1559003" cy="365525"/>
          </a:xfrm>
          <a:prstGeom prst="rect">
            <a:avLst/>
          </a:prstGeom>
        </p:spPr>
      </p:pic>
      <p:pic>
        <p:nvPicPr>
          <p:cNvPr id="49" name="Imagem 48">
            <a:extLst>
              <a:ext uri="{FF2B5EF4-FFF2-40B4-BE49-F238E27FC236}">
                <a16:creationId xmlns:a16="http://schemas.microsoft.com/office/drawing/2014/main" id="{CB90CC03-D80F-43E7-A313-7C47F50E421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517136" y="4142811"/>
            <a:ext cx="1559003" cy="365525"/>
          </a:xfrm>
          <a:prstGeom prst="rect">
            <a:avLst/>
          </a:prstGeom>
        </p:spPr>
      </p:pic>
      <p:pic>
        <p:nvPicPr>
          <p:cNvPr id="50" name="Imagem 49">
            <a:extLst>
              <a:ext uri="{FF2B5EF4-FFF2-40B4-BE49-F238E27FC236}">
                <a16:creationId xmlns:a16="http://schemas.microsoft.com/office/drawing/2014/main" id="{6DD653C4-EA89-400A-9C4F-2823E05457D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250444" y="4142811"/>
            <a:ext cx="1559003" cy="365525"/>
          </a:xfrm>
          <a:prstGeom prst="rect">
            <a:avLst/>
          </a:prstGeom>
        </p:spPr>
      </p:pic>
      <p:pic>
        <p:nvPicPr>
          <p:cNvPr id="51" name="Imagem 50">
            <a:extLst>
              <a:ext uri="{FF2B5EF4-FFF2-40B4-BE49-F238E27FC236}">
                <a16:creationId xmlns:a16="http://schemas.microsoft.com/office/drawing/2014/main" id="{AE1597C4-FC5D-4DF5-854E-A8E80556DA4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4818" y="4564910"/>
            <a:ext cx="1559003" cy="365525"/>
          </a:xfrm>
          <a:prstGeom prst="rect">
            <a:avLst/>
          </a:prstGeom>
        </p:spPr>
      </p:pic>
      <p:pic>
        <p:nvPicPr>
          <p:cNvPr id="52" name="Imagem 51">
            <a:extLst>
              <a:ext uri="{FF2B5EF4-FFF2-40B4-BE49-F238E27FC236}">
                <a16:creationId xmlns:a16="http://schemas.microsoft.com/office/drawing/2014/main" id="{BCEFD25C-1C22-4F23-B096-1C5418652CC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778124" y="4564910"/>
            <a:ext cx="1559003" cy="365525"/>
          </a:xfrm>
          <a:prstGeom prst="rect">
            <a:avLst/>
          </a:prstGeom>
        </p:spPr>
      </p:pic>
      <p:pic>
        <p:nvPicPr>
          <p:cNvPr id="53" name="Imagem 52">
            <a:extLst>
              <a:ext uri="{FF2B5EF4-FFF2-40B4-BE49-F238E27FC236}">
                <a16:creationId xmlns:a16="http://schemas.microsoft.com/office/drawing/2014/main" id="{95A74108-B988-44DD-9E6E-32BBF7D819F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511431" y="4564910"/>
            <a:ext cx="1559003" cy="365525"/>
          </a:xfrm>
          <a:prstGeom prst="rect">
            <a:avLst/>
          </a:prstGeom>
        </p:spPr>
      </p:pic>
      <p:pic>
        <p:nvPicPr>
          <p:cNvPr id="54" name="Imagem 53">
            <a:extLst>
              <a:ext uri="{FF2B5EF4-FFF2-40B4-BE49-F238E27FC236}">
                <a16:creationId xmlns:a16="http://schemas.microsoft.com/office/drawing/2014/main" id="{E8D566C8-108E-4D16-9FCF-A37CE84FB61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244738" y="4564910"/>
            <a:ext cx="1559003" cy="365525"/>
          </a:xfrm>
          <a:prstGeom prst="rect">
            <a:avLst/>
          </a:prstGeom>
        </p:spPr>
      </p:pic>
      <p:pic>
        <p:nvPicPr>
          <p:cNvPr id="55" name="Imagem 54">
            <a:extLst>
              <a:ext uri="{FF2B5EF4-FFF2-40B4-BE49-F238E27FC236}">
                <a16:creationId xmlns:a16="http://schemas.microsoft.com/office/drawing/2014/main" id="{CF9715D2-DE8D-4FB3-AD51-5BB2309685C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3871" y="4993367"/>
            <a:ext cx="1559003" cy="365525"/>
          </a:xfrm>
          <a:prstGeom prst="rect">
            <a:avLst/>
          </a:prstGeom>
        </p:spPr>
      </p:pic>
      <p:pic>
        <p:nvPicPr>
          <p:cNvPr id="56" name="Imagem 55">
            <a:extLst>
              <a:ext uri="{FF2B5EF4-FFF2-40B4-BE49-F238E27FC236}">
                <a16:creationId xmlns:a16="http://schemas.microsoft.com/office/drawing/2014/main" id="{43D52EA3-7FCD-48AF-A808-11B325C9A7E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777177" y="4993367"/>
            <a:ext cx="1559003" cy="365525"/>
          </a:xfrm>
          <a:prstGeom prst="rect">
            <a:avLst/>
          </a:prstGeom>
        </p:spPr>
      </p:pic>
      <p:pic>
        <p:nvPicPr>
          <p:cNvPr id="57" name="Imagem 56">
            <a:extLst>
              <a:ext uri="{FF2B5EF4-FFF2-40B4-BE49-F238E27FC236}">
                <a16:creationId xmlns:a16="http://schemas.microsoft.com/office/drawing/2014/main" id="{93FAA550-98C9-40C1-9BEA-BCDB8FB61C2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510484" y="4993367"/>
            <a:ext cx="1559003" cy="365525"/>
          </a:xfrm>
          <a:prstGeom prst="rect">
            <a:avLst/>
          </a:prstGeom>
        </p:spPr>
      </p:pic>
      <p:pic>
        <p:nvPicPr>
          <p:cNvPr id="58" name="Imagem 57">
            <a:extLst>
              <a:ext uri="{FF2B5EF4-FFF2-40B4-BE49-F238E27FC236}">
                <a16:creationId xmlns:a16="http://schemas.microsoft.com/office/drawing/2014/main" id="{EDF9FF54-620C-4875-8F5B-2085A417776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243791" y="4993367"/>
            <a:ext cx="1559003" cy="365525"/>
          </a:xfrm>
          <a:prstGeom prst="rect">
            <a:avLst/>
          </a:prstGeom>
        </p:spPr>
      </p:pic>
      <p:pic>
        <p:nvPicPr>
          <p:cNvPr id="59" name="Imagem 58">
            <a:extLst>
              <a:ext uri="{FF2B5EF4-FFF2-40B4-BE49-F238E27FC236}">
                <a16:creationId xmlns:a16="http://schemas.microsoft.com/office/drawing/2014/main" id="{0F1ABEF8-3DD3-4493-953A-3CA41271F4B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4103" y="5421825"/>
            <a:ext cx="1559003" cy="365525"/>
          </a:xfrm>
          <a:prstGeom prst="rect">
            <a:avLst/>
          </a:prstGeom>
        </p:spPr>
      </p:pic>
      <p:pic>
        <p:nvPicPr>
          <p:cNvPr id="60" name="Imagem 59">
            <a:extLst>
              <a:ext uri="{FF2B5EF4-FFF2-40B4-BE49-F238E27FC236}">
                <a16:creationId xmlns:a16="http://schemas.microsoft.com/office/drawing/2014/main" id="{D63DCBDA-9314-4890-9553-D0E324C9818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787409" y="5421825"/>
            <a:ext cx="1559003" cy="365525"/>
          </a:xfrm>
          <a:prstGeom prst="rect">
            <a:avLst/>
          </a:prstGeom>
        </p:spPr>
      </p:pic>
      <p:pic>
        <p:nvPicPr>
          <p:cNvPr id="61" name="Imagem 60">
            <a:extLst>
              <a:ext uri="{FF2B5EF4-FFF2-40B4-BE49-F238E27FC236}">
                <a16:creationId xmlns:a16="http://schemas.microsoft.com/office/drawing/2014/main" id="{574B806D-EE0D-44BB-BF3C-741E77B67FA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520715" y="5421825"/>
            <a:ext cx="1559003" cy="365525"/>
          </a:xfrm>
          <a:prstGeom prst="rect">
            <a:avLst/>
          </a:prstGeom>
        </p:spPr>
      </p:pic>
      <p:pic>
        <p:nvPicPr>
          <p:cNvPr id="62" name="Imagem 61">
            <a:extLst>
              <a:ext uri="{FF2B5EF4-FFF2-40B4-BE49-F238E27FC236}">
                <a16:creationId xmlns:a16="http://schemas.microsoft.com/office/drawing/2014/main" id="{E9773FBE-9F23-4892-9E54-A346F49CA71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254023" y="5421825"/>
            <a:ext cx="1559003" cy="365525"/>
          </a:xfrm>
          <a:prstGeom prst="rect">
            <a:avLst/>
          </a:prstGeom>
        </p:spPr>
      </p:pic>
      <p:pic>
        <p:nvPicPr>
          <p:cNvPr id="63" name="Imagem 62">
            <a:extLst>
              <a:ext uri="{FF2B5EF4-FFF2-40B4-BE49-F238E27FC236}">
                <a16:creationId xmlns:a16="http://schemas.microsoft.com/office/drawing/2014/main" id="{3CC8E613-C1A0-414C-B8C1-6C14791D199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0292" y="5871913"/>
            <a:ext cx="1559003" cy="365525"/>
          </a:xfrm>
          <a:prstGeom prst="rect">
            <a:avLst/>
          </a:prstGeom>
        </p:spPr>
      </p:pic>
      <p:pic>
        <p:nvPicPr>
          <p:cNvPr id="64" name="Imagem 63">
            <a:extLst>
              <a:ext uri="{FF2B5EF4-FFF2-40B4-BE49-F238E27FC236}">
                <a16:creationId xmlns:a16="http://schemas.microsoft.com/office/drawing/2014/main" id="{A67A82C5-CEEE-459C-ACEF-8FDBE0F92D2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773598" y="5871913"/>
            <a:ext cx="1559003" cy="365525"/>
          </a:xfrm>
          <a:prstGeom prst="rect">
            <a:avLst/>
          </a:prstGeom>
        </p:spPr>
      </p:pic>
      <p:pic>
        <p:nvPicPr>
          <p:cNvPr id="65" name="Imagem 64">
            <a:extLst>
              <a:ext uri="{FF2B5EF4-FFF2-40B4-BE49-F238E27FC236}">
                <a16:creationId xmlns:a16="http://schemas.microsoft.com/office/drawing/2014/main" id="{CC327147-F99C-47C5-A291-BC0CD65D972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506904" y="5871913"/>
            <a:ext cx="1559003" cy="365525"/>
          </a:xfrm>
          <a:prstGeom prst="rect">
            <a:avLst/>
          </a:prstGeom>
        </p:spPr>
      </p:pic>
      <p:pic>
        <p:nvPicPr>
          <p:cNvPr id="66" name="Imagem 65">
            <a:extLst>
              <a:ext uri="{FF2B5EF4-FFF2-40B4-BE49-F238E27FC236}">
                <a16:creationId xmlns:a16="http://schemas.microsoft.com/office/drawing/2014/main" id="{25A89439-E757-4239-AEF4-231955AF854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240212" y="5871913"/>
            <a:ext cx="1559003" cy="365525"/>
          </a:xfrm>
          <a:prstGeom prst="rect">
            <a:avLst/>
          </a:prstGeom>
        </p:spPr>
      </p:pic>
      <p:pic>
        <p:nvPicPr>
          <p:cNvPr id="67" name="Imagem 66">
            <a:extLst>
              <a:ext uri="{FF2B5EF4-FFF2-40B4-BE49-F238E27FC236}">
                <a16:creationId xmlns:a16="http://schemas.microsoft.com/office/drawing/2014/main" id="{80909D70-3C30-4F6B-B2E8-A57C8F7C7C9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9344" y="6300370"/>
            <a:ext cx="1559003" cy="365525"/>
          </a:xfrm>
          <a:prstGeom prst="rect">
            <a:avLst/>
          </a:prstGeom>
        </p:spPr>
      </p:pic>
      <p:pic>
        <p:nvPicPr>
          <p:cNvPr id="68" name="Imagem 67">
            <a:extLst>
              <a:ext uri="{FF2B5EF4-FFF2-40B4-BE49-F238E27FC236}">
                <a16:creationId xmlns:a16="http://schemas.microsoft.com/office/drawing/2014/main" id="{1922CDD2-A25E-49CD-AC92-AF481565EE4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772651" y="6300370"/>
            <a:ext cx="1559003" cy="365525"/>
          </a:xfrm>
          <a:prstGeom prst="rect">
            <a:avLst/>
          </a:prstGeom>
        </p:spPr>
      </p:pic>
      <p:pic>
        <p:nvPicPr>
          <p:cNvPr id="69" name="Imagem 68">
            <a:extLst>
              <a:ext uri="{FF2B5EF4-FFF2-40B4-BE49-F238E27FC236}">
                <a16:creationId xmlns:a16="http://schemas.microsoft.com/office/drawing/2014/main" id="{344A86BA-C39A-49D8-8F7E-BB8AD9E2F2C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505957" y="6300370"/>
            <a:ext cx="1559003" cy="365525"/>
          </a:xfrm>
          <a:prstGeom prst="rect">
            <a:avLst/>
          </a:prstGeom>
        </p:spPr>
      </p:pic>
      <p:pic>
        <p:nvPicPr>
          <p:cNvPr id="70" name="Imagem 69">
            <a:extLst>
              <a:ext uri="{FF2B5EF4-FFF2-40B4-BE49-F238E27FC236}">
                <a16:creationId xmlns:a16="http://schemas.microsoft.com/office/drawing/2014/main" id="{B156F9BC-3B52-4007-AA27-585E88FA5BE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239265" y="6300370"/>
            <a:ext cx="1559003" cy="365525"/>
          </a:xfrm>
          <a:prstGeom prst="rect">
            <a:avLst/>
          </a:prstGeom>
        </p:spPr>
      </p:pic>
      <p:pic>
        <p:nvPicPr>
          <p:cNvPr id="71" name="Imagem 70">
            <a:extLst>
              <a:ext uri="{FF2B5EF4-FFF2-40B4-BE49-F238E27FC236}">
                <a16:creationId xmlns:a16="http://schemas.microsoft.com/office/drawing/2014/main" id="{0F2CF2BC-0228-4A74-A384-A62BB022065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9576" y="6728828"/>
            <a:ext cx="1559003" cy="365525"/>
          </a:xfrm>
          <a:prstGeom prst="rect">
            <a:avLst/>
          </a:prstGeom>
        </p:spPr>
      </p:pic>
      <p:pic>
        <p:nvPicPr>
          <p:cNvPr id="72" name="Imagem 71">
            <a:extLst>
              <a:ext uri="{FF2B5EF4-FFF2-40B4-BE49-F238E27FC236}">
                <a16:creationId xmlns:a16="http://schemas.microsoft.com/office/drawing/2014/main" id="{E3175D0C-D71C-4C81-8788-68F7414057F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782883" y="6728828"/>
            <a:ext cx="1559003" cy="365525"/>
          </a:xfrm>
          <a:prstGeom prst="rect">
            <a:avLst/>
          </a:prstGeom>
        </p:spPr>
      </p:pic>
      <p:pic>
        <p:nvPicPr>
          <p:cNvPr id="73" name="Imagem 72">
            <a:extLst>
              <a:ext uri="{FF2B5EF4-FFF2-40B4-BE49-F238E27FC236}">
                <a16:creationId xmlns:a16="http://schemas.microsoft.com/office/drawing/2014/main" id="{5BB6A5F6-8625-48A4-9058-D1B197C328E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516189" y="6728828"/>
            <a:ext cx="1559003" cy="365525"/>
          </a:xfrm>
          <a:prstGeom prst="rect">
            <a:avLst/>
          </a:prstGeom>
        </p:spPr>
      </p:pic>
      <p:pic>
        <p:nvPicPr>
          <p:cNvPr id="74" name="Imagem 73">
            <a:extLst>
              <a:ext uri="{FF2B5EF4-FFF2-40B4-BE49-F238E27FC236}">
                <a16:creationId xmlns:a16="http://schemas.microsoft.com/office/drawing/2014/main" id="{1203828C-0800-47F9-BCD2-4F8DBC5C19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249497" y="6728828"/>
            <a:ext cx="1559003" cy="365525"/>
          </a:xfrm>
          <a:prstGeom prst="rect">
            <a:avLst/>
          </a:prstGeom>
        </p:spPr>
      </p:pic>
      <p:pic>
        <p:nvPicPr>
          <p:cNvPr id="75" name="Imagem 74">
            <a:extLst>
              <a:ext uri="{FF2B5EF4-FFF2-40B4-BE49-F238E27FC236}">
                <a16:creationId xmlns:a16="http://schemas.microsoft.com/office/drawing/2014/main" id="{BF5370E4-C4BE-45D5-B73B-3FF682068F4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3871" y="7150927"/>
            <a:ext cx="1559003" cy="365525"/>
          </a:xfrm>
          <a:prstGeom prst="rect">
            <a:avLst/>
          </a:prstGeom>
        </p:spPr>
      </p:pic>
      <p:pic>
        <p:nvPicPr>
          <p:cNvPr id="76" name="Imagem 75">
            <a:extLst>
              <a:ext uri="{FF2B5EF4-FFF2-40B4-BE49-F238E27FC236}">
                <a16:creationId xmlns:a16="http://schemas.microsoft.com/office/drawing/2014/main" id="{82F8C0E7-6412-4F41-B902-EF7204C1F26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777177" y="7150927"/>
            <a:ext cx="1559003" cy="365525"/>
          </a:xfrm>
          <a:prstGeom prst="rect">
            <a:avLst/>
          </a:prstGeom>
        </p:spPr>
      </p:pic>
      <p:pic>
        <p:nvPicPr>
          <p:cNvPr id="77" name="Imagem 76">
            <a:extLst>
              <a:ext uri="{FF2B5EF4-FFF2-40B4-BE49-F238E27FC236}">
                <a16:creationId xmlns:a16="http://schemas.microsoft.com/office/drawing/2014/main" id="{96FDD74E-7B3A-475D-9853-9189D506A18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510484" y="7150927"/>
            <a:ext cx="1559003" cy="365525"/>
          </a:xfrm>
          <a:prstGeom prst="rect">
            <a:avLst/>
          </a:prstGeom>
        </p:spPr>
      </p:pic>
      <p:pic>
        <p:nvPicPr>
          <p:cNvPr id="78" name="Imagem 77">
            <a:extLst>
              <a:ext uri="{FF2B5EF4-FFF2-40B4-BE49-F238E27FC236}">
                <a16:creationId xmlns:a16="http://schemas.microsoft.com/office/drawing/2014/main" id="{EFFA91DC-0B84-4DDD-AD76-14C7C26CA09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243791" y="7150927"/>
            <a:ext cx="1559003" cy="365525"/>
          </a:xfrm>
          <a:prstGeom prst="rect">
            <a:avLst/>
          </a:prstGeom>
        </p:spPr>
      </p:pic>
      <p:pic>
        <p:nvPicPr>
          <p:cNvPr id="79" name="Imagem 78">
            <a:extLst>
              <a:ext uri="{FF2B5EF4-FFF2-40B4-BE49-F238E27FC236}">
                <a16:creationId xmlns:a16="http://schemas.microsoft.com/office/drawing/2014/main" id="{EC010FDB-0E42-45B7-835C-6174ADF53AB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2924" y="7579384"/>
            <a:ext cx="1559003" cy="365525"/>
          </a:xfrm>
          <a:prstGeom prst="rect">
            <a:avLst/>
          </a:prstGeom>
        </p:spPr>
      </p:pic>
      <p:pic>
        <p:nvPicPr>
          <p:cNvPr id="80" name="Imagem 79">
            <a:extLst>
              <a:ext uri="{FF2B5EF4-FFF2-40B4-BE49-F238E27FC236}">
                <a16:creationId xmlns:a16="http://schemas.microsoft.com/office/drawing/2014/main" id="{4CB6053C-BAEB-4ADE-99B4-D1FE169F088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776230" y="7579384"/>
            <a:ext cx="1559003" cy="365525"/>
          </a:xfrm>
          <a:prstGeom prst="rect">
            <a:avLst/>
          </a:prstGeom>
        </p:spPr>
      </p:pic>
      <p:pic>
        <p:nvPicPr>
          <p:cNvPr id="81" name="Imagem 80">
            <a:extLst>
              <a:ext uri="{FF2B5EF4-FFF2-40B4-BE49-F238E27FC236}">
                <a16:creationId xmlns:a16="http://schemas.microsoft.com/office/drawing/2014/main" id="{D29B9BC9-0C34-4533-8DA2-DCE24FAEEB1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509536" y="7579384"/>
            <a:ext cx="1559003" cy="365525"/>
          </a:xfrm>
          <a:prstGeom prst="rect">
            <a:avLst/>
          </a:prstGeom>
        </p:spPr>
      </p:pic>
      <p:pic>
        <p:nvPicPr>
          <p:cNvPr id="82" name="Imagem 81">
            <a:extLst>
              <a:ext uri="{FF2B5EF4-FFF2-40B4-BE49-F238E27FC236}">
                <a16:creationId xmlns:a16="http://schemas.microsoft.com/office/drawing/2014/main" id="{0EEB5BA4-E109-408B-9C31-4674925AFE3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242844" y="7579384"/>
            <a:ext cx="1559003" cy="365525"/>
          </a:xfrm>
          <a:prstGeom prst="rect">
            <a:avLst/>
          </a:prstGeom>
        </p:spPr>
      </p:pic>
      <p:pic>
        <p:nvPicPr>
          <p:cNvPr id="83" name="Imagem 82">
            <a:extLst>
              <a:ext uri="{FF2B5EF4-FFF2-40B4-BE49-F238E27FC236}">
                <a16:creationId xmlns:a16="http://schemas.microsoft.com/office/drawing/2014/main" id="{7FF236FB-49BC-4560-80A3-E6DFA142FC4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3155" y="8007842"/>
            <a:ext cx="1559003" cy="365525"/>
          </a:xfrm>
          <a:prstGeom prst="rect">
            <a:avLst/>
          </a:prstGeom>
        </p:spPr>
      </p:pic>
      <p:pic>
        <p:nvPicPr>
          <p:cNvPr id="84" name="Imagem 83">
            <a:extLst>
              <a:ext uri="{FF2B5EF4-FFF2-40B4-BE49-F238E27FC236}">
                <a16:creationId xmlns:a16="http://schemas.microsoft.com/office/drawing/2014/main" id="{D1B65F92-AA93-4D3A-A364-F476CAE0529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786462" y="8007842"/>
            <a:ext cx="1559003" cy="365525"/>
          </a:xfrm>
          <a:prstGeom prst="rect">
            <a:avLst/>
          </a:prstGeom>
        </p:spPr>
      </p:pic>
      <p:pic>
        <p:nvPicPr>
          <p:cNvPr id="85" name="Imagem 84">
            <a:extLst>
              <a:ext uri="{FF2B5EF4-FFF2-40B4-BE49-F238E27FC236}">
                <a16:creationId xmlns:a16="http://schemas.microsoft.com/office/drawing/2014/main" id="{C50972A6-6F02-4412-9BBD-E0FBC792495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519768" y="8007842"/>
            <a:ext cx="1559003" cy="365525"/>
          </a:xfrm>
          <a:prstGeom prst="rect">
            <a:avLst/>
          </a:prstGeom>
        </p:spPr>
      </p:pic>
      <p:pic>
        <p:nvPicPr>
          <p:cNvPr id="86" name="Imagem 85">
            <a:extLst>
              <a:ext uri="{FF2B5EF4-FFF2-40B4-BE49-F238E27FC236}">
                <a16:creationId xmlns:a16="http://schemas.microsoft.com/office/drawing/2014/main" id="{71F6EC0D-B1AD-4933-ABC1-2B33CFF540C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253076" y="8007842"/>
            <a:ext cx="1559003" cy="365525"/>
          </a:xfrm>
          <a:prstGeom prst="rect">
            <a:avLst/>
          </a:prstGeom>
        </p:spPr>
      </p:pic>
      <p:pic>
        <p:nvPicPr>
          <p:cNvPr id="87" name="Imagem 86">
            <a:extLst>
              <a:ext uri="{FF2B5EF4-FFF2-40B4-BE49-F238E27FC236}">
                <a16:creationId xmlns:a16="http://schemas.microsoft.com/office/drawing/2014/main" id="{085C4D44-B4FA-4C2F-B1F4-660DFFF7AE7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0564" y="8437398"/>
            <a:ext cx="1559003" cy="365525"/>
          </a:xfrm>
          <a:prstGeom prst="rect">
            <a:avLst/>
          </a:prstGeom>
        </p:spPr>
      </p:pic>
      <p:pic>
        <p:nvPicPr>
          <p:cNvPr id="88" name="Imagem 87">
            <a:extLst>
              <a:ext uri="{FF2B5EF4-FFF2-40B4-BE49-F238E27FC236}">
                <a16:creationId xmlns:a16="http://schemas.microsoft.com/office/drawing/2014/main" id="{E6AF8666-224C-46AC-BCA0-D057035D6A0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793870" y="8437398"/>
            <a:ext cx="1559003" cy="365525"/>
          </a:xfrm>
          <a:prstGeom prst="rect">
            <a:avLst/>
          </a:prstGeom>
        </p:spPr>
      </p:pic>
      <p:pic>
        <p:nvPicPr>
          <p:cNvPr id="89" name="Imagem 88">
            <a:extLst>
              <a:ext uri="{FF2B5EF4-FFF2-40B4-BE49-F238E27FC236}">
                <a16:creationId xmlns:a16="http://schemas.microsoft.com/office/drawing/2014/main" id="{078B0D22-79DE-4323-A211-9A2857603E9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527177" y="8437398"/>
            <a:ext cx="1559003" cy="365525"/>
          </a:xfrm>
          <a:prstGeom prst="rect">
            <a:avLst/>
          </a:prstGeom>
        </p:spPr>
      </p:pic>
      <p:pic>
        <p:nvPicPr>
          <p:cNvPr id="90" name="Imagem 89">
            <a:extLst>
              <a:ext uri="{FF2B5EF4-FFF2-40B4-BE49-F238E27FC236}">
                <a16:creationId xmlns:a16="http://schemas.microsoft.com/office/drawing/2014/main" id="{301A384A-E4DE-4DBD-9D73-C89F109DA6A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260485" y="8437398"/>
            <a:ext cx="1559003" cy="365525"/>
          </a:xfrm>
          <a:prstGeom prst="rect">
            <a:avLst/>
          </a:prstGeom>
        </p:spPr>
      </p:pic>
      <p:pic>
        <p:nvPicPr>
          <p:cNvPr id="91" name="Imagem 90">
            <a:extLst>
              <a:ext uri="{FF2B5EF4-FFF2-40B4-BE49-F238E27FC236}">
                <a16:creationId xmlns:a16="http://schemas.microsoft.com/office/drawing/2014/main" id="{3BA70943-8067-4E31-AE0E-F2E37620FBD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2166" y="8879706"/>
            <a:ext cx="1559003" cy="365525"/>
          </a:xfrm>
          <a:prstGeom prst="rect">
            <a:avLst/>
          </a:prstGeom>
        </p:spPr>
      </p:pic>
      <p:pic>
        <p:nvPicPr>
          <p:cNvPr id="92" name="Imagem 91">
            <a:extLst>
              <a:ext uri="{FF2B5EF4-FFF2-40B4-BE49-F238E27FC236}">
                <a16:creationId xmlns:a16="http://schemas.microsoft.com/office/drawing/2014/main" id="{CD151D3C-909D-420B-B6C4-1AC819486C6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775473" y="8879706"/>
            <a:ext cx="1559003" cy="365525"/>
          </a:xfrm>
          <a:prstGeom prst="rect">
            <a:avLst/>
          </a:prstGeom>
        </p:spPr>
      </p:pic>
      <p:pic>
        <p:nvPicPr>
          <p:cNvPr id="93" name="Imagem 92">
            <a:extLst>
              <a:ext uri="{FF2B5EF4-FFF2-40B4-BE49-F238E27FC236}">
                <a16:creationId xmlns:a16="http://schemas.microsoft.com/office/drawing/2014/main" id="{D5EB27F8-F9A2-43D1-8CFD-1FB7B1928AC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508779" y="8879706"/>
            <a:ext cx="1559003" cy="365525"/>
          </a:xfrm>
          <a:prstGeom prst="rect">
            <a:avLst/>
          </a:prstGeom>
        </p:spPr>
      </p:pic>
      <p:pic>
        <p:nvPicPr>
          <p:cNvPr id="94" name="Imagem 93">
            <a:extLst>
              <a:ext uri="{FF2B5EF4-FFF2-40B4-BE49-F238E27FC236}">
                <a16:creationId xmlns:a16="http://schemas.microsoft.com/office/drawing/2014/main" id="{41000028-1CB6-44C1-81EB-F35E26E3FCC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242087" y="8879706"/>
            <a:ext cx="1559003" cy="365525"/>
          </a:xfrm>
          <a:prstGeom prst="rect">
            <a:avLst/>
          </a:prstGeom>
        </p:spPr>
      </p:pic>
      <p:sp>
        <p:nvSpPr>
          <p:cNvPr id="95" name="CaixaDeTexto 94">
            <a:extLst>
              <a:ext uri="{FF2B5EF4-FFF2-40B4-BE49-F238E27FC236}">
                <a16:creationId xmlns:a16="http://schemas.microsoft.com/office/drawing/2014/main" id="{8A421D48-B611-4266-9374-537A3C39F171}"/>
              </a:ext>
            </a:extLst>
          </p:cNvPr>
          <p:cNvSpPr txBox="1"/>
          <p:nvPr/>
        </p:nvSpPr>
        <p:spPr>
          <a:xfrm>
            <a:off x="485077" y="6661726"/>
            <a:ext cx="5864746" cy="2168607"/>
          </a:xfrm>
          <a:prstGeom prst="rect">
            <a:avLst/>
          </a:prstGeom>
          <a:solidFill>
            <a:schemeClr val="bg1"/>
          </a:solidFill>
          <a:ln>
            <a:noFill/>
          </a:ln>
        </p:spPr>
        <p:txBody>
          <a:bodyPr wrap="square" rtlCol="0">
            <a:spAutoFit/>
          </a:bodyPr>
          <a:lstStyle/>
          <a:p>
            <a:pPr algn="ctr"/>
            <a:r>
              <a:rPr lang="pt-BR" sz="2096" dirty="0">
                <a:ln>
                  <a:solidFill>
                    <a:srgbClr val="002060"/>
                  </a:solidFill>
                </a:ln>
                <a:solidFill>
                  <a:srgbClr val="002060"/>
                </a:solidFill>
                <a:latin typeface="Monda" panose="02000503000000000000" pitchFamily="2" charset="0"/>
              </a:rPr>
              <a:t>Só Aço Industrial Ltda</a:t>
            </a:r>
          </a:p>
          <a:p>
            <a:pPr algn="ctr"/>
            <a:r>
              <a:rPr lang="pt-BR" sz="1572" dirty="0">
                <a:ln>
                  <a:solidFill>
                    <a:srgbClr val="002060"/>
                  </a:solidFill>
                </a:ln>
                <a:solidFill>
                  <a:srgbClr val="002060"/>
                </a:solidFill>
                <a:latin typeface="Monda" panose="02000503000000000000" pitchFamily="2" charset="0"/>
              </a:rPr>
              <a:t>CNPJ: 04.041.754/0001-40</a:t>
            </a:r>
            <a:endParaRPr lang="pt-BR" sz="2096" dirty="0">
              <a:ln>
                <a:solidFill>
                  <a:srgbClr val="002060"/>
                </a:solidFill>
              </a:ln>
              <a:solidFill>
                <a:srgbClr val="002060"/>
              </a:solidFill>
              <a:latin typeface="Monda" panose="02000503000000000000" pitchFamily="2" charset="0"/>
            </a:endParaRPr>
          </a:p>
          <a:p>
            <a:pPr algn="ctr"/>
            <a:r>
              <a:rPr lang="pt-BR" sz="1441" dirty="0">
                <a:ln>
                  <a:solidFill>
                    <a:srgbClr val="002060"/>
                  </a:solidFill>
                </a:ln>
                <a:solidFill>
                  <a:srgbClr val="002060"/>
                </a:solidFill>
                <a:latin typeface="Monda" panose="02000503000000000000" pitchFamily="2" charset="0"/>
              </a:rPr>
              <a:t>Av. Coletora Secundária III, Nº 9519 Complemento Quadra C/E Lote 000001 CEP: 64.038-250 Bairro Pedra Miúda  </a:t>
            </a:r>
          </a:p>
          <a:p>
            <a:pPr algn="ctr"/>
            <a:r>
              <a:rPr lang="pt-BR" sz="1441" dirty="0">
                <a:ln>
                  <a:solidFill>
                    <a:srgbClr val="002060"/>
                  </a:solidFill>
                </a:ln>
                <a:solidFill>
                  <a:srgbClr val="002060"/>
                </a:solidFill>
                <a:latin typeface="Monda" panose="02000503000000000000" pitchFamily="2" charset="0"/>
              </a:rPr>
              <a:t>Telefones: (86) 3219 1200/1300</a:t>
            </a:r>
          </a:p>
          <a:p>
            <a:pPr algn="ctr"/>
            <a:r>
              <a:rPr lang="pt-BR" sz="1441" dirty="0">
                <a:ln>
                  <a:solidFill>
                    <a:srgbClr val="002060"/>
                  </a:solidFill>
                </a:ln>
                <a:solidFill>
                  <a:srgbClr val="002060"/>
                </a:solidFill>
                <a:latin typeface="Monda" panose="02000503000000000000" pitchFamily="2" charset="0"/>
              </a:rPr>
              <a:t>Teresina – Piauí</a:t>
            </a:r>
          </a:p>
          <a:p>
            <a:pPr algn="ctr"/>
            <a:r>
              <a:rPr lang="pt-BR" sz="1441" dirty="0">
                <a:ln>
                  <a:solidFill>
                    <a:srgbClr val="002060"/>
                  </a:solidFill>
                </a:ln>
                <a:solidFill>
                  <a:srgbClr val="002060"/>
                </a:solidFill>
                <a:latin typeface="Monda" panose="02000503000000000000" pitchFamily="2" charset="0"/>
              </a:rPr>
              <a:t>Site: </a:t>
            </a:r>
            <a:r>
              <a:rPr lang="pt-BR" sz="1441" dirty="0">
                <a:ln>
                  <a:solidFill>
                    <a:srgbClr val="002060"/>
                  </a:solidFill>
                </a:ln>
                <a:solidFill>
                  <a:srgbClr val="002060"/>
                </a:solidFill>
                <a:latin typeface="Monda" panose="02000503000000000000" pitchFamily="2" charset="0"/>
                <a:hlinkClick r:id="rId3"/>
              </a:rPr>
              <a:t>www.soacoindustrial.com.br</a:t>
            </a:r>
            <a:endParaRPr lang="pt-BR" sz="1441" dirty="0">
              <a:ln>
                <a:solidFill>
                  <a:srgbClr val="002060"/>
                </a:solidFill>
              </a:ln>
              <a:solidFill>
                <a:srgbClr val="002060"/>
              </a:solidFill>
              <a:latin typeface="Monda" panose="02000503000000000000" pitchFamily="2" charset="0"/>
            </a:endParaRPr>
          </a:p>
          <a:p>
            <a:pPr algn="ctr"/>
            <a:r>
              <a:rPr lang="pt-BR" sz="1441" dirty="0">
                <a:ln>
                  <a:solidFill>
                    <a:srgbClr val="002060"/>
                  </a:solidFill>
                </a:ln>
                <a:solidFill>
                  <a:srgbClr val="002060"/>
                </a:solidFill>
                <a:latin typeface="Monda" panose="02000503000000000000" pitchFamily="2" charset="0"/>
              </a:rPr>
              <a:t>Ouvidoria/SAC: </a:t>
            </a:r>
            <a:r>
              <a:rPr lang="pt-BR" sz="1441" dirty="0">
                <a:ln>
                  <a:solidFill>
                    <a:srgbClr val="002060"/>
                  </a:solidFill>
                </a:ln>
                <a:solidFill>
                  <a:srgbClr val="002060"/>
                </a:solidFill>
                <a:latin typeface="Monda" panose="02000503000000000000" pitchFamily="2" charset="0"/>
                <a:hlinkClick r:id="rId4"/>
              </a:rPr>
              <a:t>sac@soacoindustrial.com.br</a:t>
            </a:r>
            <a:endParaRPr lang="pt-BR" sz="1441" dirty="0">
              <a:ln>
                <a:solidFill>
                  <a:srgbClr val="002060"/>
                </a:solidFill>
              </a:ln>
              <a:solidFill>
                <a:srgbClr val="002060"/>
              </a:solidFill>
              <a:latin typeface="Monda" panose="02000503000000000000" pitchFamily="2" charset="0"/>
            </a:endParaRPr>
          </a:p>
          <a:p>
            <a:pPr algn="ctr"/>
            <a:r>
              <a:rPr lang="pt-BR" sz="1179" dirty="0">
                <a:ln>
                  <a:solidFill>
                    <a:srgbClr val="002060"/>
                  </a:solidFill>
                </a:ln>
                <a:solidFill>
                  <a:srgbClr val="002060"/>
                </a:solidFill>
                <a:latin typeface="Monda" panose="02000503000000000000" pitchFamily="2" charset="0"/>
              </a:rPr>
              <a:t>MP-SA-0003.Rev. 2</a:t>
            </a:r>
          </a:p>
        </p:txBody>
      </p:sp>
      <p:cxnSp>
        <p:nvCxnSpPr>
          <p:cNvPr id="96" name="Conector reto 95">
            <a:extLst>
              <a:ext uri="{FF2B5EF4-FFF2-40B4-BE49-F238E27FC236}">
                <a16:creationId xmlns:a16="http://schemas.microsoft.com/office/drawing/2014/main" id="{E92ACCEE-C127-4828-A4D8-2DC6BC3C479F}"/>
              </a:ext>
            </a:extLst>
          </p:cNvPr>
          <p:cNvCxnSpPr>
            <a:cxnSpLocks/>
          </p:cNvCxnSpPr>
          <p:nvPr/>
        </p:nvCxnSpPr>
        <p:spPr>
          <a:xfrm>
            <a:off x="40540" y="9669879"/>
            <a:ext cx="6749104" cy="0"/>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pic>
        <p:nvPicPr>
          <p:cNvPr id="97" name="Imagem 96">
            <a:extLst>
              <a:ext uri="{FF2B5EF4-FFF2-40B4-BE49-F238E27FC236}">
                <a16:creationId xmlns:a16="http://schemas.microsoft.com/office/drawing/2014/main" id="{3828EA65-FC80-406D-A1B6-DAD3BD5D07B8}"/>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4624" y="9332615"/>
            <a:ext cx="915445" cy="274332"/>
          </a:xfrm>
          <a:prstGeom prst="rect">
            <a:avLst/>
          </a:prstGeom>
        </p:spPr>
      </p:pic>
      <p:pic>
        <p:nvPicPr>
          <p:cNvPr id="98" name="Imagem 97">
            <a:extLst>
              <a:ext uri="{FF2B5EF4-FFF2-40B4-BE49-F238E27FC236}">
                <a16:creationId xmlns:a16="http://schemas.microsoft.com/office/drawing/2014/main" id="{3749877B-924D-4345-BDA9-FB7C79541A3C}"/>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884" y="9332615"/>
            <a:ext cx="915445" cy="274332"/>
          </a:xfrm>
          <a:prstGeom prst="rect">
            <a:avLst/>
          </a:prstGeom>
        </p:spPr>
      </p:pic>
      <p:pic>
        <p:nvPicPr>
          <p:cNvPr id="99" name="Imagem 98">
            <a:extLst>
              <a:ext uri="{FF2B5EF4-FFF2-40B4-BE49-F238E27FC236}">
                <a16:creationId xmlns:a16="http://schemas.microsoft.com/office/drawing/2014/main" id="{76703CF1-996D-430B-9A36-869C43229B33}"/>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357144" y="9332615"/>
            <a:ext cx="915445" cy="274332"/>
          </a:xfrm>
          <a:prstGeom prst="rect">
            <a:avLst/>
          </a:prstGeom>
        </p:spPr>
      </p:pic>
      <p:pic>
        <p:nvPicPr>
          <p:cNvPr id="100" name="Imagem 99">
            <a:extLst>
              <a:ext uri="{FF2B5EF4-FFF2-40B4-BE49-F238E27FC236}">
                <a16:creationId xmlns:a16="http://schemas.microsoft.com/office/drawing/2014/main" id="{7CC2E128-32B6-4BC1-A4E2-F91725989C34}"/>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513404" y="9332615"/>
            <a:ext cx="915445" cy="274332"/>
          </a:xfrm>
          <a:prstGeom prst="rect">
            <a:avLst/>
          </a:prstGeom>
        </p:spPr>
      </p:pic>
      <p:pic>
        <p:nvPicPr>
          <p:cNvPr id="101" name="Imagem 100">
            <a:extLst>
              <a:ext uri="{FF2B5EF4-FFF2-40B4-BE49-F238E27FC236}">
                <a16:creationId xmlns:a16="http://schemas.microsoft.com/office/drawing/2014/main" id="{330F6ABD-FCFA-4157-8485-864929593E94}"/>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669664" y="9332615"/>
            <a:ext cx="915445" cy="274332"/>
          </a:xfrm>
          <a:prstGeom prst="rect">
            <a:avLst/>
          </a:prstGeom>
        </p:spPr>
      </p:pic>
      <p:pic>
        <p:nvPicPr>
          <p:cNvPr id="102" name="Imagem 101">
            <a:extLst>
              <a:ext uri="{FF2B5EF4-FFF2-40B4-BE49-F238E27FC236}">
                <a16:creationId xmlns:a16="http://schemas.microsoft.com/office/drawing/2014/main" id="{478CEEA9-44AD-4E3C-AF87-67F9D0EAE028}"/>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825923" y="9332615"/>
            <a:ext cx="915445" cy="274332"/>
          </a:xfrm>
          <a:prstGeom prst="rect">
            <a:avLst/>
          </a:prstGeom>
        </p:spPr>
      </p:pic>
      <p:cxnSp>
        <p:nvCxnSpPr>
          <p:cNvPr id="103" name="Conector reto 102">
            <a:extLst>
              <a:ext uri="{FF2B5EF4-FFF2-40B4-BE49-F238E27FC236}">
                <a16:creationId xmlns:a16="http://schemas.microsoft.com/office/drawing/2014/main" id="{6DA3B15D-2E71-42EB-8E50-3590DAD61085}"/>
              </a:ext>
            </a:extLst>
          </p:cNvPr>
          <p:cNvCxnSpPr>
            <a:cxnSpLocks/>
          </p:cNvCxnSpPr>
          <p:nvPr/>
        </p:nvCxnSpPr>
        <p:spPr>
          <a:xfrm>
            <a:off x="40892" y="9246589"/>
            <a:ext cx="6748400" cy="0"/>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75911922"/>
      </p:ext>
    </p:extLst>
  </p:cSld>
  <p:clrMapOvr>
    <a:masterClrMapping/>
  </p:clrMapOvr>
</p:sld>
</file>

<file path=ppt/theme/theme1.xml><?xml version="1.0" encoding="utf-8"?>
<a:theme xmlns:a="http://schemas.openxmlformats.org/drawingml/2006/main" name="Tema do Office">
  <a:themeElements>
    <a:clrScheme name="Escritório">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scritór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Tema do Office">
  <a:themeElements>
    <a:clrScheme name="Escritório">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scritór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o Office">
  <a:themeElements>
    <a:clrScheme name="Escritório">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scritór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4212546</TotalTime>
  <Words>1715</Words>
  <Application>Microsoft Office PowerPoint</Application>
  <PresentationFormat>Papel A4 (210 x 297 mm)</PresentationFormat>
  <Paragraphs>158</Paragraphs>
  <Slides>12</Slides>
  <Notes>4</Notes>
  <HiddenSlides>0</HiddenSlides>
  <MMClips>0</MMClips>
  <ScaleCrop>false</ScaleCrop>
  <HeadingPairs>
    <vt:vector size="6" baseType="variant">
      <vt:variant>
        <vt:lpstr>Fontes usadas</vt:lpstr>
      </vt:variant>
      <vt:variant>
        <vt:i4>5</vt:i4>
      </vt:variant>
      <vt:variant>
        <vt:lpstr>Tema</vt:lpstr>
      </vt:variant>
      <vt:variant>
        <vt:i4>2</vt:i4>
      </vt:variant>
      <vt:variant>
        <vt:lpstr>Títulos de slides</vt:lpstr>
      </vt:variant>
      <vt:variant>
        <vt:i4>12</vt:i4>
      </vt:variant>
    </vt:vector>
  </HeadingPairs>
  <TitlesOfParts>
    <vt:vector size="19" baseType="lpstr">
      <vt:lpstr>Arial</vt:lpstr>
      <vt:lpstr>Arial Rounded MT Bold</vt:lpstr>
      <vt:lpstr>Calibri</vt:lpstr>
      <vt:lpstr>Monda</vt:lpstr>
      <vt:lpstr>Wingdings</vt:lpstr>
      <vt:lpstr>Tema do Office</vt:lpstr>
      <vt:lpstr>1_Tema do Office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creator>soaco</dc:creator>
  <cp:lastModifiedBy>Eliel Lima</cp:lastModifiedBy>
  <cp:revision>271</cp:revision>
  <cp:lastPrinted>2018-04-20T10:59:02Z</cp:lastPrinted>
  <dcterms:created xsi:type="dcterms:W3CDTF">2017-01-16T11:13:17Z</dcterms:created>
  <dcterms:modified xsi:type="dcterms:W3CDTF">2022-03-16T10:57:48Z</dcterms:modified>
</cp:coreProperties>
</file>