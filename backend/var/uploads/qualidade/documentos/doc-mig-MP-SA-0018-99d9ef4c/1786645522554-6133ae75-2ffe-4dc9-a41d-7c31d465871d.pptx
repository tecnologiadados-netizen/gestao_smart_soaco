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62" r:id="rId2"/>
  </p:sldIdLst>
  <p:sldSz cx="6858000" cy="9906000" type="A4"/>
  <p:notesSz cx="6858000" cy="9874250"/>
  <p:defaultTextStyle>
    <a:defPPr>
      <a:defRPr lang="pt-BR"/>
    </a:defPPr>
    <a:lvl1pPr marL="0" algn="l" defTabSz="957838" rtl="0" eaLnBrk="1" latinLnBrk="0" hangingPunct="1">
      <a:defRPr sz="1928" kern="1200">
        <a:solidFill>
          <a:schemeClr val="tx1"/>
        </a:solidFill>
        <a:latin typeface="+mn-lt"/>
        <a:ea typeface="+mn-ea"/>
        <a:cs typeface="+mn-cs"/>
      </a:defRPr>
    </a:lvl1pPr>
    <a:lvl2pPr marL="478919" algn="l" defTabSz="957838" rtl="0" eaLnBrk="1" latinLnBrk="0" hangingPunct="1">
      <a:defRPr sz="1928" kern="1200">
        <a:solidFill>
          <a:schemeClr val="tx1"/>
        </a:solidFill>
        <a:latin typeface="+mn-lt"/>
        <a:ea typeface="+mn-ea"/>
        <a:cs typeface="+mn-cs"/>
      </a:defRPr>
    </a:lvl2pPr>
    <a:lvl3pPr marL="957838" algn="l" defTabSz="957838" rtl="0" eaLnBrk="1" latinLnBrk="0" hangingPunct="1">
      <a:defRPr sz="1928" kern="1200">
        <a:solidFill>
          <a:schemeClr val="tx1"/>
        </a:solidFill>
        <a:latin typeface="+mn-lt"/>
        <a:ea typeface="+mn-ea"/>
        <a:cs typeface="+mn-cs"/>
      </a:defRPr>
    </a:lvl3pPr>
    <a:lvl4pPr marL="1436757" algn="l" defTabSz="957838" rtl="0" eaLnBrk="1" latinLnBrk="0" hangingPunct="1">
      <a:defRPr sz="1928" kern="1200">
        <a:solidFill>
          <a:schemeClr val="tx1"/>
        </a:solidFill>
        <a:latin typeface="+mn-lt"/>
        <a:ea typeface="+mn-ea"/>
        <a:cs typeface="+mn-cs"/>
      </a:defRPr>
    </a:lvl4pPr>
    <a:lvl5pPr marL="1915677" algn="l" defTabSz="957838" rtl="0" eaLnBrk="1" latinLnBrk="0" hangingPunct="1">
      <a:defRPr sz="1928" kern="1200">
        <a:solidFill>
          <a:schemeClr val="tx1"/>
        </a:solidFill>
        <a:latin typeface="+mn-lt"/>
        <a:ea typeface="+mn-ea"/>
        <a:cs typeface="+mn-cs"/>
      </a:defRPr>
    </a:lvl5pPr>
    <a:lvl6pPr marL="2394596" algn="l" defTabSz="957838" rtl="0" eaLnBrk="1" latinLnBrk="0" hangingPunct="1">
      <a:defRPr sz="1928" kern="1200">
        <a:solidFill>
          <a:schemeClr val="tx1"/>
        </a:solidFill>
        <a:latin typeface="+mn-lt"/>
        <a:ea typeface="+mn-ea"/>
        <a:cs typeface="+mn-cs"/>
      </a:defRPr>
    </a:lvl6pPr>
    <a:lvl7pPr marL="2873515" algn="l" defTabSz="957838" rtl="0" eaLnBrk="1" latinLnBrk="0" hangingPunct="1">
      <a:defRPr sz="1928" kern="1200">
        <a:solidFill>
          <a:schemeClr val="tx1"/>
        </a:solidFill>
        <a:latin typeface="+mn-lt"/>
        <a:ea typeface="+mn-ea"/>
        <a:cs typeface="+mn-cs"/>
      </a:defRPr>
    </a:lvl7pPr>
    <a:lvl8pPr marL="3352434" algn="l" defTabSz="957838" rtl="0" eaLnBrk="1" latinLnBrk="0" hangingPunct="1">
      <a:defRPr sz="1928" kern="1200">
        <a:solidFill>
          <a:schemeClr val="tx1"/>
        </a:solidFill>
        <a:latin typeface="+mn-lt"/>
        <a:ea typeface="+mn-ea"/>
        <a:cs typeface="+mn-cs"/>
      </a:defRPr>
    </a:lvl8pPr>
    <a:lvl9pPr marL="3831353" algn="l" defTabSz="957838" rtl="0" eaLnBrk="1" latinLnBrk="0" hangingPunct="1">
      <a:defRPr sz="192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E5E5"/>
    <a:srgbClr val="E4E4E4"/>
    <a:srgbClr val="E3E3E3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Estilo E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05" autoAdjust="0"/>
    <p:restoredTop sz="96404" autoAdjust="0"/>
  </p:normalViewPr>
  <p:slideViewPr>
    <p:cSldViewPr showGuides="1">
      <p:cViewPr varScale="1">
        <p:scale>
          <a:sx n="50" d="100"/>
          <a:sy n="50" d="100"/>
        </p:scale>
        <p:origin x="2652" y="36"/>
      </p:cViewPr>
      <p:guideLst>
        <p:guide orient="horz" pos="3120"/>
        <p:guide pos="2160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431" cy="494338"/>
          </a:xfrm>
          <a:prstGeom prst="rect">
            <a:avLst/>
          </a:prstGeom>
        </p:spPr>
        <p:txBody>
          <a:bodyPr vert="horz" lIns="90480" tIns="45240" rIns="90480" bIns="4524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988" y="0"/>
            <a:ext cx="2971431" cy="494338"/>
          </a:xfrm>
          <a:prstGeom prst="rect">
            <a:avLst/>
          </a:prstGeom>
        </p:spPr>
        <p:txBody>
          <a:bodyPr vert="horz" lIns="90480" tIns="45240" rIns="90480" bIns="45240" rtlCol="0"/>
          <a:lstStyle>
            <a:lvl1pPr algn="r">
              <a:defRPr sz="1200"/>
            </a:lvl1pPr>
          </a:lstStyle>
          <a:p>
            <a:fld id="{F8708E1B-B372-4B56-981F-95506720EE2D}" type="datetimeFigureOut">
              <a:rPr lang="pt-BR" smtClean="0"/>
              <a:t>19/05/2023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146300" y="739775"/>
            <a:ext cx="2565400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480" tIns="45240" rIns="90480" bIns="4524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958" y="4689961"/>
            <a:ext cx="5486084" cy="4444352"/>
          </a:xfrm>
          <a:prstGeom prst="rect">
            <a:avLst/>
          </a:prstGeom>
        </p:spPr>
        <p:txBody>
          <a:bodyPr vert="horz" lIns="90480" tIns="45240" rIns="90480" bIns="4524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378348"/>
            <a:ext cx="2971431" cy="494338"/>
          </a:xfrm>
          <a:prstGeom prst="rect">
            <a:avLst/>
          </a:prstGeom>
        </p:spPr>
        <p:txBody>
          <a:bodyPr vert="horz" lIns="90480" tIns="45240" rIns="90480" bIns="4524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988" y="9378348"/>
            <a:ext cx="2971431" cy="494338"/>
          </a:xfrm>
          <a:prstGeom prst="rect">
            <a:avLst/>
          </a:prstGeom>
        </p:spPr>
        <p:txBody>
          <a:bodyPr vert="horz" lIns="90480" tIns="45240" rIns="90480" bIns="45240" rtlCol="0" anchor="b"/>
          <a:lstStyle>
            <a:lvl1pPr algn="r">
              <a:defRPr sz="1200"/>
            </a:lvl1pPr>
          </a:lstStyle>
          <a:p>
            <a:fld id="{DAD5CC9F-21B8-43E0-9ED1-B2EDFE01E5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510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694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847" algn="l" defTabSz="839694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694" algn="l" defTabSz="839694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540" algn="l" defTabSz="839694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387" algn="l" defTabSz="839694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234" algn="l" defTabSz="839694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081" algn="l" defTabSz="839694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8927" algn="l" defTabSz="839694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8774" algn="l" defTabSz="839694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146300" y="739775"/>
            <a:ext cx="2565400" cy="3703638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032104">
              <a:defRPr/>
            </a:pPr>
            <a:fld id="{DAD5CC9F-21B8-43E0-9ED1-B2EDFE01E557}" type="slidenum">
              <a:rPr lang="pt-BR">
                <a:solidFill>
                  <a:prstClr val="black"/>
                </a:solidFill>
                <a:latin typeface="Calibri"/>
              </a:rPr>
              <a:pPr defTabSz="1032104">
                <a:defRPr/>
              </a:pPr>
              <a:t>1</a:t>
            </a:fld>
            <a:endParaRPr lang="pt-BR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28384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28700" y="5613402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610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221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831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442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052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1663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527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8884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A122-14BC-4870-B74C-82AB71BD4EFB}" type="datetimeFigureOut">
              <a:rPr lang="pt-BR" smtClean="0"/>
              <a:t>19/05/2023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C3AA-155B-424C-A795-F84970B6BA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5783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A122-14BC-4870-B74C-82AB71BD4EFB}" type="datetimeFigureOut">
              <a:rPr lang="pt-BR" smtClean="0"/>
              <a:t>19/05/2023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C3AA-155B-424C-A795-F84970B6BA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031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1735" y="6365524"/>
            <a:ext cx="5829300" cy="1967442"/>
          </a:xfrm>
        </p:spPr>
        <p:txBody>
          <a:bodyPr anchor="t"/>
          <a:lstStyle>
            <a:lvl1pPr algn="l">
              <a:defRPr sz="3185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1592">
                <a:solidFill>
                  <a:schemeClr val="tx1">
                    <a:tint val="75000"/>
                  </a:schemeClr>
                </a:solidFill>
              </a:defRPr>
            </a:lvl1pPr>
            <a:lvl2pPr marL="361054" indent="0">
              <a:buNone/>
              <a:defRPr sz="1454">
                <a:solidFill>
                  <a:schemeClr val="tx1">
                    <a:tint val="75000"/>
                  </a:schemeClr>
                </a:solidFill>
              </a:defRPr>
            </a:lvl2pPr>
            <a:lvl3pPr marL="722108" indent="0">
              <a:buNone/>
              <a:defRPr sz="1246">
                <a:solidFill>
                  <a:schemeClr val="tx1">
                    <a:tint val="75000"/>
                  </a:schemeClr>
                </a:solidFill>
              </a:defRPr>
            </a:lvl3pPr>
            <a:lvl4pPr marL="1083162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4pPr>
            <a:lvl5pPr marL="1444215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5pPr>
            <a:lvl6pPr marL="1805269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6pPr>
            <a:lvl7pPr marL="2166323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7pPr>
            <a:lvl8pPr marL="2527377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8pPr>
            <a:lvl9pPr marL="2888431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A122-14BC-4870-B74C-82AB71BD4EFB}" type="datetimeFigureOut">
              <a:rPr lang="pt-BR" smtClean="0"/>
              <a:t>19/05/2023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C3AA-155B-424C-A795-F84970B6BA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886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342900" y="2311401"/>
            <a:ext cx="3028950" cy="6537502"/>
          </a:xfrm>
        </p:spPr>
        <p:txBody>
          <a:bodyPr/>
          <a:lstStyle>
            <a:lvl1pPr>
              <a:defRPr sz="2215"/>
            </a:lvl1pPr>
            <a:lvl2pPr>
              <a:defRPr sz="1869"/>
            </a:lvl2pPr>
            <a:lvl3pPr>
              <a:defRPr sz="1592"/>
            </a:lvl3pPr>
            <a:lvl4pPr>
              <a:defRPr sz="1454"/>
            </a:lvl4pPr>
            <a:lvl5pPr>
              <a:defRPr sz="1454"/>
            </a:lvl5pPr>
            <a:lvl6pPr>
              <a:defRPr sz="1454"/>
            </a:lvl6pPr>
            <a:lvl7pPr>
              <a:defRPr sz="1454"/>
            </a:lvl7pPr>
            <a:lvl8pPr>
              <a:defRPr sz="1454"/>
            </a:lvl8pPr>
            <a:lvl9pPr>
              <a:defRPr sz="1454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86150" y="2311401"/>
            <a:ext cx="3028950" cy="6537502"/>
          </a:xfrm>
        </p:spPr>
        <p:txBody>
          <a:bodyPr/>
          <a:lstStyle>
            <a:lvl1pPr>
              <a:defRPr sz="2215"/>
            </a:lvl1pPr>
            <a:lvl2pPr>
              <a:defRPr sz="1869"/>
            </a:lvl2pPr>
            <a:lvl3pPr>
              <a:defRPr sz="1592"/>
            </a:lvl3pPr>
            <a:lvl4pPr>
              <a:defRPr sz="1454"/>
            </a:lvl4pPr>
            <a:lvl5pPr>
              <a:defRPr sz="1454"/>
            </a:lvl5pPr>
            <a:lvl6pPr>
              <a:defRPr sz="1454"/>
            </a:lvl6pPr>
            <a:lvl7pPr>
              <a:defRPr sz="1454"/>
            </a:lvl7pPr>
            <a:lvl8pPr>
              <a:defRPr sz="1454"/>
            </a:lvl8pPr>
            <a:lvl9pPr>
              <a:defRPr sz="1454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A122-14BC-4870-B74C-82AB71BD4EFB}" type="datetimeFigureOut">
              <a:rPr lang="pt-BR" smtClean="0"/>
              <a:t>19/05/2023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C3AA-155B-424C-A795-F84970B6BA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0161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1869" b="1"/>
            </a:lvl1pPr>
            <a:lvl2pPr marL="361054" indent="0">
              <a:buNone/>
              <a:defRPr sz="1592" b="1"/>
            </a:lvl2pPr>
            <a:lvl3pPr marL="722108" indent="0">
              <a:buNone/>
              <a:defRPr sz="1454" b="1"/>
            </a:lvl3pPr>
            <a:lvl4pPr marL="1083162" indent="0">
              <a:buNone/>
              <a:defRPr sz="1246" b="1"/>
            </a:lvl4pPr>
            <a:lvl5pPr marL="1444215" indent="0">
              <a:buNone/>
              <a:defRPr sz="1246" b="1"/>
            </a:lvl5pPr>
            <a:lvl6pPr marL="1805269" indent="0">
              <a:buNone/>
              <a:defRPr sz="1246" b="1"/>
            </a:lvl6pPr>
            <a:lvl7pPr marL="2166323" indent="0">
              <a:buNone/>
              <a:defRPr sz="1246" b="1"/>
            </a:lvl7pPr>
            <a:lvl8pPr marL="2527377" indent="0">
              <a:buNone/>
              <a:defRPr sz="1246" b="1"/>
            </a:lvl8pPr>
            <a:lvl9pPr marL="2888431" indent="0">
              <a:buNone/>
              <a:defRPr sz="1246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1869"/>
            </a:lvl1pPr>
            <a:lvl2pPr>
              <a:defRPr sz="1592"/>
            </a:lvl2pPr>
            <a:lvl3pPr>
              <a:defRPr sz="1454"/>
            </a:lvl3pPr>
            <a:lvl4pPr>
              <a:defRPr sz="1246"/>
            </a:lvl4pPr>
            <a:lvl5pPr>
              <a:defRPr sz="1246"/>
            </a:lvl5pPr>
            <a:lvl6pPr>
              <a:defRPr sz="1246"/>
            </a:lvl6pPr>
            <a:lvl7pPr>
              <a:defRPr sz="1246"/>
            </a:lvl7pPr>
            <a:lvl8pPr>
              <a:defRPr sz="1246"/>
            </a:lvl8pPr>
            <a:lvl9pPr>
              <a:defRPr sz="1246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1" cy="924101"/>
          </a:xfrm>
        </p:spPr>
        <p:txBody>
          <a:bodyPr anchor="b"/>
          <a:lstStyle>
            <a:lvl1pPr marL="0" indent="0">
              <a:buNone/>
              <a:defRPr sz="1869" b="1"/>
            </a:lvl1pPr>
            <a:lvl2pPr marL="361054" indent="0">
              <a:buNone/>
              <a:defRPr sz="1592" b="1"/>
            </a:lvl2pPr>
            <a:lvl3pPr marL="722108" indent="0">
              <a:buNone/>
              <a:defRPr sz="1454" b="1"/>
            </a:lvl3pPr>
            <a:lvl4pPr marL="1083162" indent="0">
              <a:buNone/>
              <a:defRPr sz="1246" b="1"/>
            </a:lvl4pPr>
            <a:lvl5pPr marL="1444215" indent="0">
              <a:buNone/>
              <a:defRPr sz="1246" b="1"/>
            </a:lvl5pPr>
            <a:lvl6pPr marL="1805269" indent="0">
              <a:buNone/>
              <a:defRPr sz="1246" b="1"/>
            </a:lvl6pPr>
            <a:lvl7pPr marL="2166323" indent="0">
              <a:buNone/>
              <a:defRPr sz="1246" b="1"/>
            </a:lvl7pPr>
            <a:lvl8pPr marL="2527377" indent="0">
              <a:buNone/>
              <a:defRPr sz="1246" b="1"/>
            </a:lvl8pPr>
            <a:lvl9pPr marL="2888431" indent="0">
              <a:buNone/>
              <a:defRPr sz="1246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1" cy="5707416"/>
          </a:xfrm>
        </p:spPr>
        <p:txBody>
          <a:bodyPr/>
          <a:lstStyle>
            <a:lvl1pPr>
              <a:defRPr sz="1869"/>
            </a:lvl1pPr>
            <a:lvl2pPr>
              <a:defRPr sz="1592"/>
            </a:lvl2pPr>
            <a:lvl3pPr>
              <a:defRPr sz="1454"/>
            </a:lvl3pPr>
            <a:lvl4pPr>
              <a:defRPr sz="1246"/>
            </a:lvl4pPr>
            <a:lvl5pPr>
              <a:defRPr sz="1246"/>
            </a:lvl5pPr>
            <a:lvl6pPr>
              <a:defRPr sz="1246"/>
            </a:lvl6pPr>
            <a:lvl7pPr>
              <a:defRPr sz="1246"/>
            </a:lvl7pPr>
            <a:lvl8pPr>
              <a:defRPr sz="1246"/>
            </a:lvl8pPr>
            <a:lvl9pPr>
              <a:defRPr sz="1246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A122-14BC-4870-B74C-82AB71BD4EFB}" type="datetimeFigureOut">
              <a:rPr lang="pt-BR" smtClean="0"/>
              <a:t>19/05/2023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C3AA-155B-424C-A795-F84970B6BA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7146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A122-14BC-4870-B74C-82AB71BD4EFB}" type="datetimeFigureOut">
              <a:rPr lang="pt-BR" smtClean="0"/>
              <a:t>19/05/2023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C3AA-155B-424C-A795-F84970B6BA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3702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A122-14BC-4870-B74C-82AB71BD4EFB}" type="datetimeFigureOut">
              <a:rPr lang="pt-BR" smtClean="0"/>
              <a:t>19/05/2023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C3AA-155B-424C-A795-F84970B6BA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0215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1" y="394405"/>
            <a:ext cx="2256235" cy="1678517"/>
          </a:xfrm>
        </p:spPr>
        <p:txBody>
          <a:bodyPr anchor="b"/>
          <a:lstStyle>
            <a:lvl1pPr algn="l">
              <a:defRPr sz="1592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681287" y="394406"/>
            <a:ext cx="3833813" cy="8454497"/>
          </a:xfrm>
        </p:spPr>
        <p:txBody>
          <a:bodyPr/>
          <a:lstStyle>
            <a:lvl1pPr>
              <a:defRPr sz="2562"/>
            </a:lvl1pPr>
            <a:lvl2pPr>
              <a:defRPr sz="2215"/>
            </a:lvl2pPr>
            <a:lvl3pPr>
              <a:defRPr sz="1869"/>
            </a:lvl3pPr>
            <a:lvl4pPr>
              <a:defRPr sz="1592"/>
            </a:lvl4pPr>
            <a:lvl5pPr>
              <a:defRPr sz="1592"/>
            </a:lvl5pPr>
            <a:lvl6pPr>
              <a:defRPr sz="1592"/>
            </a:lvl6pPr>
            <a:lvl7pPr>
              <a:defRPr sz="1592"/>
            </a:lvl7pPr>
            <a:lvl8pPr>
              <a:defRPr sz="1592"/>
            </a:lvl8pPr>
            <a:lvl9pPr>
              <a:defRPr sz="1592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108"/>
            </a:lvl1pPr>
            <a:lvl2pPr marL="361054" indent="0">
              <a:buNone/>
              <a:defRPr sz="969"/>
            </a:lvl2pPr>
            <a:lvl3pPr marL="722108" indent="0">
              <a:buNone/>
              <a:defRPr sz="762"/>
            </a:lvl3pPr>
            <a:lvl4pPr marL="1083162" indent="0">
              <a:buNone/>
              <a:defRPr sz="692"/>
            </a:lvl4pPr>
            <a:lvl5pPr marL="1444215" indent="0">
              <a:buNone/>
              <a:defRPr sz="692"/>
            </a:lvl5pPr>
            <a:lvl6pPr marL="1805269" indent="0">
              <a:buNone/>
              <a:defRPr sz="692"/>
            </a:lvl6pPr>
            <a:lvl7pPr marL="2166323" indent="0">
              <a:buNone/>
              <a:defRPr sz="692"/>
            </a:lvl7pPr>
            <a:lvl8pPr marL="2527377" indent="0">
              <a:buNone/>
              <a:defRPr sz="692"/>
            </a:lvl8pPr>
            <a:lvl9pPr marL="2888431" indent="0">
              <a:buNone/>
              <a:defRPr sz="692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A122-14BC-4870-B74C-82AB71BD4EFB}" type="datetimeFigureOut">
              <a:rPr lang="pt-BR" smtClean="0"/>
              <a:t>19/05/2023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C3AA-155B-424C-A795-F84970B6BA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30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44216" y="6934200"/>
            <a:ext cx="4114800" cy="818622"/>
          </a:xfrm>
        </p:spPr>
        <p:txBody>
          <a:bodyPr anchor="b"/>
          <a:lstStyle>
            <a:lvl1pPr algn="l">
              <a:defRPr sz="1592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2562"/>
            </a:lvl1pPr>
            <a:lvl2pPr marL="361054" indent="0">
              <a:buNone/>
              <a:defRPr sz="2215"/>
            </a:lvl2pPr>
            <a:lvl3pPr marL="722108" indent="0">
              <a:buNone/>
              <a:defRPr sz="1869"/>
            </a:lvl3pPr>
            <a:lvl4pPr marL="1083162" indent="0">
              <a:buNone/>
              <a:defRPr sz="1592"/>
            </a:lvl4pPr>
            <a:lvl5pPr marL="1444215" indent="0">
              <a:buNone/>
              <a:defRPr sz="1592"/>
            </a:lvl5pPr>
            <a:lvl6pPr marL="1805269" indent="0">
              <a:buNone/>
              <a:defRPr sz="1592"/>
            </a:lvl6pPr>
            <a:lvl7pPr marL="2166323" indent="0">
              <a:buNone/>
              <a:defRPr sz="1592"/>
            </a:lvl7pPr>
            <a:lvl8pPr marL="2527377" indent="0">
              <a:buNone/>
              <a:defRPr sz="1592"/>
            </a:lvl8pPr>
            <a:lvl9pPr marL="2888431" indent="0">
              <a:buNone/>
              <a:defRPr sz="1592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344216" y="7752822"/>
            <a:ext cx="4114800" cy="1162578"/>
          </a:xfrm>
        </p:spPr>
        <p:txBody>
          <a:bodyPr/>
          <a:lstStyle>
            <a:lvl1pPr marL="0" indent="0">
              <a:buNone/>
              <a:defRPr sz="1108"/>
            </a:lvl1pPr>
            <a:lvl2pPr marL="361054" indent="0">
              <a:buNone/>
              <a:defRPr sz="969"/>
            </a:lvl2pPr>
            <a:lvl3pPr marL="722108" indent="0">
              <a:buNone/>
              <a:defRPr sz="762"/>
            </a:lvl3pPr>
            <a:lvl4pPr marL="1083162" indent="0">
              <a:buNone/>
              <a:defRPr sz="692"/>
            </a:lvl4pPr>
            <a:lvl5pPr marL="1444215" indent="0">
              <a:buNone/>
              <a:defRPr sz="692"/>
            </a:lvl5pPr>
            <a:lvl6pPr marL="1805269" indent="0">
              <a:buNone/>
              <a:defRPr sz="692"/>
            </a:lvl6pPr>
            <a:lvl7pPr marL="2166323" indent="0">
              <a:buNone/>
              <a:defRPr sz="692"/>
            </a:lvl7pPr>
            <a:lvl8pPr marL="2527377" indent="0">
              <a:buNone/>
              <a:defRPr sz="692"/>
            </a:lvl8pPr>
            <a:lvl9pPr marL="2888431" indent="0">
              <a:buNone/>
              <a:defRPr sz="692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A122-14BC-4870-B74C-82AB71BD4EFB}" type="datetimeFigureOut">
              <a:rPr lang="pt-BR" smtClean="0"/>
              <a:t>19/05/2023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C3AA-155B-424C-A795-F84970B6BA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3125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A122-14BC-4870-B74C-82AB71BD4EFB}" type="datetimeFigureOut">
              <a:rPr lang="pt-BR" smtClean="0"/>
              <a:t>19/05/2023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C3AA-155B-424C-A795-F84970B6BA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156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4972050" y="396701"/>
            <a:ext cx="1543050" cy="8452203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42900" y="396701"/>
            <a:ext cx="4514850" cy="8452203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7A122-14BC-4870-B74C-82AB71BD4EFB}" type="datetimeFigureOut">
              <a:rPr lang="pt-BR" smtClean="0"/>
              <a:t>19/05/2023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43C3AA-155B-424C-A795-F84970B6BA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7536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342900" y="396701"/>
            <a:ext cx="6172200" cy="1651000"/>
          </a:xfrm>
          <a:prstGeom prst="rect">
            <a:avLst/>
          </a:prstGeom>
        </p:spPr>
        <p:txBody>
          <a:bodyPr vert="horz" lIns="104306" tIns="52153" rIns="104306" bIns="52153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2900" y="2311401"/>
            <a:ext cx="6172200" cy="6537502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342901" y="9181397"/>
            <a:ext cx="1600200" cy="527403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l">
              <a:defRPr sz="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7A122-14BC-4870-B74C-82AB71BD4EFB}" type="datetimeFigureOut">
              <a:rPr lang="pt-BR" smtClean="0"/>
              <a:t>19/05/2023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2343151" y="9181397"/>
            <a:ext cx="2171700" cy="527403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ctr">
              <a:defRPr sz="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4914900" y="9181397"/>
            <a:ext cx="1600200" cy="527403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r">
              <a:defRPr sz="9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43C3AA-155B-424C-A795-F84970B6BA2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8341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722108" rtl="0" eaLnBrk="1" latinLnBrk="0" hangingPunct="1">
        <a:spcBef>
          <a:spcPct val="0"/>
        </a:spcBef>
        <a:buNone/>
        <a:defRPr sz="34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790" indent="-270790" algn="l" defTabSz="722108" rtl="0" eaLnBrk="1" latinLnBrk="0" hangingPunct="1">
        <a:spcBef>
          <a:spcPct val="20000"/>
        </a:spcBef>
        <a:buFont typeface="Arial" panose="020B0604020202020204" pitchFamily="34" charset="0"/>
        <a:buChar char="•"/>
        <a:defRPr sz="2562" kern="1200">
          <a:solidFill>
            <a:schemeClr val="tx1"/>
          </a:solidFill>
          <a:latin typeface="+mn-lt"/>
          <a:ea typeface="+mn-ea"/>
          <a:cs typeface="+mn-cs"/>
        </a:defRPr>
      </a:lvl1pPr>
      <a:lvl2pPr marL="586712" indent="-225659" algn="l" defTabSz="722108" rtl="0" eaLnBrk="1" latinLnBrk="0" hangingPunct="1">
        <a:spcBef>
          <a:spcPct val="20000"/>
        </a:spcBef>
        <a:buFont typeface="Arial" panose="020B0604020202020204" pitchFamily="34" charset="0"/>
        <a:buChar char="–"/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902635" indent="-180527" algn="l" defTabSz="722108" rtl="0" eaLnBrk="1" latinLnBrk="0" hangingPunct="1">
        <a:spcBef>
          <a:spcPct val="20000"/>
        </a:spcBef>
        <a:buFont typeface="Arial" panose="020B0604020202020204" pitchFamily="34" charset="0"/>
        <a:buChar char="•"/>
        <a:defRPr sz="1869" kern="1200">
          <a:solidFill>
            <a:schemeClr val="tx1"/>
          </a:solidFill>
          <a:latin typeface="+mn-lt"/>
          <a:ea typeface="+mn-ea"/>
          <a:cs typeface="+mn-cs"/>
        </a:defRPr>
      </a:lvl3pPr>
      <a:lvl4pPr marL="1263688" indent="-180527" algn="l" defTabSz="722108" rtl="0" eaLnBrk="1" latinLnBrk="0" hangingPunct="1">
        <a:spcBef>
          <a:spcPct val="20000"/>
        </a:spcBef>
        <a:buFont typeface="Arial" panose="020B0604020202020204" pitchFamily="34" charset="0"/>
        <a:buChar char="–"/>
        <a:defRPr sz="1592" kern="1200">
          <a:solidFill>
            <a:schemeClr val="tx1"/>
          </a:solidFill>
          <a:latin typeface="+mn-lt"/>
          <a:ea typeface="+mn-ea"/>
          <a:cs typeface="+mn-cs"/>
        </a:defRPr>
      </a:lvl4pPr>
      <a:lvl5pPr marL="1624742" indent="-180527" algn="l" defTabSz="722108" rtl="0" eaLnBrk="1" latinLnBrk="0" hangingPunct="1">
        <a:spcBef>
          <a:spcPct val="20000"/>
        </a:spcBef>
        <a:buFont typeface="Arial" panose="020B0604020202020204" pitchFamily="34" charset="0"/>
        <a:buChar char="»"/>
        <a:defRPr sz="1592" kern="1200">
          <a:solidFill>
            <a:schemeClr val="tx1"/>
          </a:solidFill>
          <a:latin typeface="+mn-lt"/>
          <a:ea typeface="+mn-ea"/>
          <a:cs typeface="+mn-cs"/>
        </a:defRPr>
      </a:lvl5pPr>
      <a:lvl6pPr marL="1985796" indent="-180527" algn="l" defTabSz="722108" rtl="0" eaLnBrk="1" latinLnBrk="0" hangingPunct="1">
        <a:spcBef>
          <a:spcPct val="20000"/>
        </a:spcBef>
        <a:buFont typeface="Arial" panose="020B0604020202020204" pitchFamily="34" charset="0"/>
        <a:buChar char="•"/>
        <a:defRPr sz="1592" kern="1200">
          <a:solidFill>
            <a:schemeClr val="tx1"/>
          </a:solidFill>
          <a:latin typeface="+mn-lt"/>
          <a:ea typeface="+mn-ea"/>
          <a:cs typeface="+mn-cs"/>
        </a:defRPr>
      </a:lvl6pPr>
      <a:lvl7pPr marL="2346850" indent="-180527" algn="l" defTabSz="722108" rtl="0" eaLnBrk="1" latinLnBrk="0" hangingPunct="1">
        <a:spcBef>
          <a:spcPct val="20000"/>
        </a:spcBef>
        <a:buFont typeface="Arial" panose="020B0604020202020204" pitchFamily="34" charset="0"/>
        <a:buChar char="•"/>
        <a:defRPr sz="1592" kern="1200">
          <a:solidFill>
            <a:schemeClr val="tx1"/>
          </a:solidFill>
          <a:latin typeface="+mn-lt"/>
          <a:ea typeface="+mn-ea"/>
          <a:cs typeface="+mn-cs"/>
        </a:defRPr>
      </a:lvl7pPr>
      <a:lvl8pPr marL="2707904" indent="-180527" algn="l" defTabSz="722108" rtl="0" eaLnBrk="1" latinLnBrk="0" hangingPunct="1">
        <a:spcBef>
          <a:spcPct val="20000"/>
        </a:spcBef>
        <a:buFont typeface="Arial" panose="020B0604020202020204" pitchFamily="34" charset="0"/>
        <a:buChar char="•"/>
        <a:defRPr sz="1592" kern="1200">
          <a:solidFill>
            <a:schemeClr val="tx1"/>
          </a:solidFill>
          <a:latin typeface="+mn-lt"/>
          <a:ea typeface="+mn-ea"/>
          <a:cs typeface="+mn-cs"/>
        </a:defRPr>
      </a:lvl8pPr>
      <a:lvl9pPr marL="3068958" indent="-180527" algn="l" defTabSz="722108" rtl="0" eaLnBrk="1" latinLnBrk="0" hangingPunct="1">
        <a:spcBef>
          <a:spcPct val="20000"/>
        </a:spcBef>
        <a:buFont typeface="Arial" panose="020B0604020202020204" pitchFamily="34" charset="0"/>
        <a:buChar char="•"/>
        <a:defRPr sz="159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722108" rtl="0" eaLnBrk="1" latinLnBrk="0" hangingPunct="1">
        <a:defRPr sz="1454" kern="1200">
          <a:solidFill>
            <a:schemeClr val="tx1"/>
          </a:solidFill>
          <a:latin typeface="+mn-lt"/>
          <a:ea typeface="+mn-ea"/>
          <a:cs typeface="+mn-cs"/>
        </a:defRPr>
      </a:lvl1pPr>
      <a:lvl2pPr marL="361054" algn="l" defTabSz="722108" rtl="0" eaLnBrk="1" latinLnBrk="0" hangingPunct="1">
        <a:defRPr sz="1454" kern="1200">
          <a:solidFill>
            <a:schemeClr val="tx1"/>
          </a:solidFill>
          <a:latin typeface="+mn-lt"/>
          <a:ea typeface="+mn-ea"/>
          <a:cs typeface="+mn-cs"/>
        </a:defRPr>
      </a:lvl2pPr>
      <a:lvl3pPr marL="722108" algn="l" defTabSz="722108" rtl="0" eaLnBrk="1" latinLnBrk="0" hangingPunct="1">
        <a:defRPr sz="1454" kern="1200">
          <a:solidFill>
            <a:schemeClr val="tx1"/>
          </a:solidFill>
          <a:latin typeface="+mn-lt"/>
          <a:ea typeface="+mn-ea"/>
          <a:cs typeface="+mn-cs"/>
        </a:defRPr>
      </a:lvl3pPr>
      <a:lvl4pPr marL="1083162" algn="l" defTabSz="722108" rtl="0" eaLnBrk="1" latinLnBrk="0" hangingPunct="1">
        <a:defRPr sz="1454" kern="1200">
          <a:solidFill>
            <a:schemeClr val="tx1"/>
          </a:solidFill>
          <a:latin typeface="+mn-lt"/>
          <a:ea typeface="+mn-ea"/>
          <a:cs typeface="+mn-cs"/>
        </a:defRPr>
      </a:lvl4pPr>
      <a:lvl5pPr marL="1444215" algn="l" defTabSz="722108" rtl="0" eaLnBrk="1" latinLnBrk="0" hangingPunct="1">
        <a:defRPr sz="1454" kern="1200">
          <a:solidFill>
            <a:schemeClr val="tx1"/>
          </a:solidFill>
          <a:latin typeface="+mn-lt"/>
          <a:ea typeface="+mn-ea"/>
          <a:cs typeface="+mn-cs"/>
        </a:defRPr>
      </a:lvl5pPr>
      <a:lvl6pPr marL="1805269" algn="l" defTabSz="722108" rtl="0" eaLnBrk="1" latinLnBrk="0" hangingPunct="1">
        <a:defRPr sz="1454" kern="1200">
          <a:solidFill>
            <a:schemeClr val="tx1"/>
          </a:solidFill>
          <a:latin typeface="+mn-lt"/>
          <a:ea typeface="+mn-ea"/>
          <a:cs typeface="+mn-cs"/>
        </a:defRPr>
      </a:lvl6pPr>
      <a:lvl7pPr marL="2166323" algn="l" defTabSz="722108" rtl="0" eaLnBrk="1" latinLnBrk="0" hangingPunct="1">
        <a:defRPr sz="1454" kern="1200">
          <a:solidFill>
            <a:schemeClr val="tx1"/>
          </a:solidFill>
          <a:latin typeface="+mn-lt"/>
          <a:ea typeface="+mn-ea"/>
          <a:cs typeface="+mn-cs"/>
        </a:defRPr>
      </a:lvl7pPr>
      <a:lvl8pPr marL="2527377" algn="l" defTabSz="722108" rtl="0" eaLnBrk="1" latinLnBrk="0" hangingPunct="1">
        <a:defRPr sz="1454" kern="1200">
          <a:solidFill>
            <a:schemeClr val="tx1"/>
          </a:solidFill>
          <a:latin typeface="+mn-lt"/>
          <a:ea typeface="+mn-ea"/>
          <a:cs typeface="+mn-cs"/>
        </a:defRPr>
      </a:lvl8pPr>
      <a:lvl9pPr marL="2888431" algn="l" defTabSz="722108" rtl="0" eaLnBrk="1" latinLnBrk="0" hangingPunct="1">
        <a:defRPr sz="145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jpeg"/><Relationship Id="rId18" Type="http://schemas.openxmlformats.org/officeDocument/2006/relationships/image" Target="../media/image11.png"/><Relationship Id="rId3" Type="http://schemas.openxmlformats.org/officeDocument/2006/relationships/image" Target="../media/image1.jpeg"/><Relationship Id="rId21" Type="http://schemas.openxmlformats.org/officeDocument/2006/relationships/image" Target="../media/image13.png"/><Relationship Id="rId7" Type="http://schemas.microsoft.com/office/2007/relationships/hdphoto" Target="../media/hdphoto1.wdp"/><Relationship Id="rId12" Type="http://schemas.microsoft.com/office/2007/relationships/hdphoto" Target="../media/hdphoto3.wdp"/><Relationship Id="rId17" Type="http://schemas.microsoft.com/office/2007/relationships/hdphoto" Target="../media/hdphoto5.wdp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0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7.png"/><Relationship Id="rId5" Type="http://schemas.openxmlformats.org/officeDocument/2006/relationships/image" Target="../media/image3.png"/><Relationship Id="rId15" Type="http://schemas.microsoft.com/office/2007/relationships/hdphoto" Target="../media/hdphoto4.wdp"/><Relationship Id="rId10" Type="http://schemas.openxmlformats.org/officeDocument/2006/relationships/image" Target="../media/image6.png"/><Relationship Id="rId19" Type="http://schemas.microsoft.com/office/2007/relationships/hdphoto" Target="../media/hdphoto6.wdp"/><Relationship Id="rId4" Type="http://schemas.openxmlformats.org/officeDocument/2006/relationships/image" Target="../media/image2.jpeg"/><Relationship Id="rId9" Type="http://schemas.microsoft.com/office/2007/relationships/hdphoto" Target="../media/hdphoto2.wdp"/><Relationship Id="rId1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aixaDeTexto 82"/>
          <p:cNvSpPr txBox="1"/>
          <p:nvPr/>
        </p:nvSpPr>
        <p:spPr>
          <a:xfrm>
            <a:off x="9602993" y="10578051"/>
            <a:ext cx="415437" cy="209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62" dirty="0"/>
              <a:t>01</a:t>
            </a:r>
          </a:p>
        </p:txBody>
      </p:sp>
      <p:cxnSp>
        <p:nvCxnSpPr>
          <p:cNvPr id="126" name="Conector reto 125"/>
          <p:cNvCxnSpPr/>
          <p:nvPr/>
        </p:nvCxnSpPr>
        <p:spPr>
          <a:xfrm flipV="1">
            <a:off x="2334557" y="9793934"/>
            <a:ext cx="1968923" cy="8792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ector reto 126"/>
          <p:cNvCxnSpPr/>
          <p:nvPr/>
        </p:nvCxnSpPr>
        <p:spPr>
          <a:xfrm flipV="1">
            <a:off x="2305998" y="4228315"/>
            <a:ext cx="498462" cy="8792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Retângulo 141">
            <a:extLst>
              <a:ext uri="{FF2B5EF4-FFF2-40B4-BE49-F238E27FC236}">
                <a16:creationId xmlns:a16="http://schemas.microsoft.com/office/drawing/2014/main" id="{82323E52-BACF-48AD-B8FA-8F60F81D68A0}"/>
              </a:ext>
            </a:extLst>
          </p:cNvPr>
          <p:cNvSpPr/>
          <p:nvPr/>
        </p:nvSpPr>
        <p:spPr>
          <a:xfrm>
            <a:off x="1303736" y="200472"/>
            <a:ext cx="5335038" cy="26526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35" b="1" dirty="0">
                <a:solidFill>
                  <a:schemeClr val="tx1"/>
                </a:solidFill>
                <a:latin typeface="Monda" pitchFamily="2" charset="0"/>
              </a:rPr>
              <a:t>INSTRUÇÃO DE MONTAGEM – ESTANTE DE AÇO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1736137" y="3263896"/>
            <a:ext cx="1612520" cy="79598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762" dirty="0"/>
              <a:t>- Coloque as duas colunas em uma superfície plana e posicione a primeira bandeja.</a:t>
            </a:r>
          </a:p>
          <a:p>
            <a:pPr algn="just"/>
            <a:r>
              <a:rPr lang="pt-BR" sz="762" dirty="0"/>
              <a:t>- Recomendamos que a primeira bandeja seja alinhada a partir do terceiro furo. </a:t>
            </a:r>
          </a:p>
        </p:txBody>
      </p:sp>
      <p:sp>
        <p:nvSpPr>
          <p:cNvPr id="146" name="CaixaDeTexto 145"/>
          <p:cNvSpPr txBox="1"/>
          <p:nvPr/>
        </p:nvSpPr>
        <p:spPr>
          <a:xfrm>
            <a:off x="116992" y="3004197"/>
            <a:ext cx="3240000" cy="20422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 anchor="ctr">
            <a:spAutoFit/>
          </a:bodyPr>
          <a:lstStyle/>
          <a:p>
            <a:r>
              <a:rPr lang="pt-BR" sz="727" dirty="0">
                <a:ln>
                  <a:solidFill>
                    <a:schemeClr val="tx1"/>
                  </a:solidFill>
                </a:ln>
              </a:rPr>
              <a:t>1º Passo</a:t>
            </a:r>
          </a:p>
        </p:txBody>
      </p:sp>
      <p:graphicFrame>
        <p:nvGraphicFramePr>
          <p:cNvPr id="8" name="Tabela 8">
            <a:extLst>
              <a:ext uri="{FF2B5EF4-FFF2-40B4-BE49-F238E27FC236}">
                <a16:creationId xmlns:a16="http://schemas.microsoft.com/office/drawing/2014/main" id="{9BA73892-8144-434C-944C-9156288F6C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661607"/>
              </p:ext>
            </p:extLst>
          </p:nvPr>
        </p:nvGraphicFramePr>
        <p:xfrm>
          <a:off x="1425655" y="897576"/>
          <a:ext cx="1814966" cy="996925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685045">
                  <a:extLst>
                    <a:ext uri="{9D8B030D-6E8A-4147-A177-3AD203B41FA5}">
                      <a16:colId xmlns:a16="http://schemas.microsoft.com/office/drawing/2014/main" val="1512144370"/>
                    </a:ext>
                  </a:extLst>
                </a:gridCol>
                <a:gridCol w="348962">
                  <a:extLst>
                    <a:ext uri="{9D8B030D-6E8A-4147-A177-3AD203B41FA5}">
                      <a16:colId xmlns:a16="http://schemas.microsoft.com/office/drawing/2014/main" val="1335338974"/>
                    </a:ext>
                  </a:extLst>
                </a:gridCol>
                <a:gridCol w="398814">
                  <a:extLst>
                    <a:ext uri="{9D8B030D-6E8A-4147-A177-3AD203B41FA5}">
                      <a16:colId xmlns:a16="http://schemas.microsoft.com/office/drawing/2014/main" val="1158816894"/>
                    </a:ext>
                  </a:extLst>
                </a:gridCol>
                <a:gridCol w="382145">
                  <a:extLst>
                    <a:ext uri="{9D8B030D-6E8A-4147-A177-3AD203B41FA5}">
                      <a16:colId xmlns:a16="http://schemas.microsoft.com/office/drawing/2014/main" val="2261940251"/>
                    </a:ext>
                  </a:extLst>
                </a:gridCol>
              </a:tblGrid>
              <a:tr h="199385">
                <a:tc>
                  <a:txBody>
                    <a:bodyPr/>
                    <a:lstStyle/>
                    <a:p>
                      <a:pPr algn="ctr"/>
                      <a:r>
                        <a:rPr lang="pt-BR" sz="600" dirty="0"/>
                        <a:t>Componentes</a:t>
                      </a:r>
                      <a:endParaRPr lang="pt-BR" sz="600" b="1" dirty="0"/>
                    </a:p>
                  </a:txBody>
                  <a:tcPr marL="63305" marR="63305" marT="31652" marB="316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dirty="0"/>
                        <a:t>EA3B</a:t>
                      </a:r>
                    </a:p>
                  </a:txBody>
                  <a:tcPr marL="63305" marR="63305" marT="31652" marB="316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dirty="0"/>
                        <a:t>EA5B</a:t>
                      </a:r>
                    </a:p>
                  </a:txBody>
                  <a:tcPr marL="63305" marR="63305" marT="31652" marB="316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dirty="0"/>
                        <a:t>EA6B</a:t>
                      </a:r>
                    </a:p>
                  </a:txBody>
                  <a:tcPr marL="63305" marR="63305" marT="31652" marB="31652"/>
                </a:tc>
                <a:extLst>
                  <a:ext uri="{0D108BD9-81ED-4DB2-BD59-A6C34878D82A}">
                    <a16:rowId xmlns:a16="http://schemas.microsoft.com/office/drawing/2014/main" val="2374576766"/>
                  </a:ext>
                </a:extLst>
              </a:tr>
              <a:tr h="199385">
                <a:tc>
                  <a:txBody>
                    <a:bodyPr/>
                    <a:lstStyle/>
                    <a:p>
                      <a:pPr algn="ctr"/>
                      <a:r>
                        <a:rPr lang="pt-BR" sz="600" dirty="0"/>
                        <a:t>Coluna</a:t>
                      </a:r>
                    </a:p>
                  </a:txBody>
                  <a:tcPr marL="63305" marR="63305" marT="31652" marB="316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dirty="0"/>
                        <a:t>4</a:t>
                      </a:r>
                    </a:p>
                  </a:txBody>
                  <a:tcPr marL="63305" marR="63305" marT="31652" marB="316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dirty="0"/>
                        <a:t>4</a:t>
                      </a:r>
                    </a:p>
                  </a:txBody>
                  <a:tcPr marL="63305" marR="63305" marT="31652" marB="316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dirty="0"/>
                        <a:t>4</a:t>
                      </a:r>
                    </a:p>
                  </a:txBody>
                  <a:tcPr marL="63305" marR="63305" marT="31652" marB="31652"/>
                </a:tc>
                <a:extLst>
                  <a:ext uri="{0D108BD9-81ED-4DB2-BD59-A6C34878D82A}">
                    <a16:rowId xmlns:a16="http://schemas.microsoft.com/office/drawing/2014/main" val="991181378"/>
                  </a:ext>
                </a:extLst>
              </a:tr>
              <a:tr h="199385">
                <a:tc>
                  <a:txBody>
                    <a:bodyPr/>
                    <a:lstStyle/>
                    <a:p>
                      <a:pPr algn="ctr"/>
                      <a:r>
                        <a:rPr lang="pt-BR" sz="600" dirty="0"/>
                        <a:t>Bandeja</a:t>
                      </a:r>
                    </a:p>
                  </a:txBody>
                  <a:tcPr marL="63305" marR="63305" marT="31652" marB="316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dirty="0"/>
                        <a:t>3</a:t>
                      </a:r>
                    </a:p>
                  </a:txBody>
                  <a:tcPr marL="63305" marR="63305" marT="31652" marB="316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dirty="0"/>
                        <a:t>5</a:t>
                      </a:r>
                    </a:p>
                  </a:txBody>
                  <a:tcPr marL="63305" marR="63305" marT="31652" marB="316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dirty="0"/>
                        <a:t>6</a:t>
                      </a:r>
                    </a:p>
                  </a:txBody>
                  <a:tcPr marL="63305" marR="63305" marT="31652" marB="31652"/>
                </a:tc>
                <a:extLst>
                  <a:ext uri="{0D108BD9-81ED-4DB2-BD59-A6C34878D82A}">
                    <a16:rowId xmlns:a16="http://schemas.microsoft.com/office/drawing/2014/main" val="3184621378"/>
                  </a:ext>
                </a:extLst>
              </a:tr>
              <a:tr h="199385">
                <a:tc>
                  <a:txBody>
                    <a:bodyPr/>
                    <a:lstStyle/>
                    <a:p>
                      <a:pPr algn="ctr"/>
                      <a:r>
                        <a:rPr lang="pt-BR" sz="600" dirty="0"/>
                        <a:t>Parafuso + porca</a:t>
                      </a:r>
                    </a:p>
                  </a:txBody>
                  <a:tcPr marL="63305" marR="63305" marT="31652" marB="316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dirty="0"/>
                        <a:t>24</a:t>
                      </a:r>
                    </a:p>
                  </a:txBody>
                  <a:tcPr marL="63305" marR="63305" marT="31652" marB="316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dirty="0"/>
                        <a:t>40</a:t>
                      </a:r>
                    </a:p>
                  </a:txBody>
                  <a:tcPr marL="63305" marR="63305" marT="31652" marB="316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dirty="0"/>
                        <a:t>48</a:t>
                      </a:r>
                    </a:p>
                  </a:txBody>
                  <a:tcPr marL="63305" marR="63305" marT="31652" marB="31652"/>
                </a:tc>
                <a:extLst>
                  <a:ext uri="{0D108BD9-81ED-4DB2-BD59-A6C34878D82A}">
                    <a16:rowId xmlns:a16="http://schemas.microsoft.com/office/drawing/2014/main" val="2320819849"/>
                  </a:ext>
                </a:extLst>
              </a:tr>
              <a:tr h="199385">
                <a:tc>
                  <a:txBody>
                    <a:bodyPr/>
                    <a:lstStyle/>
                    <a:p>
                      <a:pPr algn="ctr"/>
                      <a:r>
                        <a:rPr lang="pt-BR" sz="600" dirty="0"/>
                        <a:t>Sapata</a:t>
                      </a:r>
                    </a:p>
                  </a:txBody>
                  <a:tcPr marL="63305" marR="63305" marT="31652" marB="316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dirty="0"/>
                        <a:t>4</a:t>
                      </a:r>
                    </a:p>
                  </a:txBody>
                  <a:tcPr marL="63305" marR="63305" marT="31652" marB="316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dirty="0"/>
                        <a:t>4</a:t>
                      </a:r>
                    </a:p>
                  </a:txBody>
                  <a:tcPr marL="63305" marR="63305" marT="31652" marB="3165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dirty="0"/>
                        <a:t>4</a:t>
                      </a:r>
                    </a:p>
                  </a:txBody>
                  <a:tcPr marL="63305" marR="63305" marT="31652" marB="31652"/>
                </a:tc>
                <a:extLst>
                  <a:ext uri="{0D108BD9-81ED-4DB2-BD59-A6C34878D82A}">
                    <a16:rowId xmlns:a16="http://schemas.microsoft.com/office/drawing/2014/main" val="1089035514"/>
                  </a:ext>
                </a:extLst>
              </a:tr>
            </a:tbl>
          </a:graphicData>
        </a:graphic>
      </p:graphicFrame>
      <p:pic>
        <p:nvPicPr>
          <p:cNvPr id="45" name="Imagem 44">
            <a:extLst>
              <a:ext uri="{FF2B5EF4-FFF2-40B4-BE49-F238E27FC236}">
                <a16:creationId xmlns:a16="http://schemas.microsoft.com/office/drawing/2014/main" id="{464564DC-0984-4752-8C54-A55A2130E6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3418" y="2459739"/>
            <a:ext cx="383965" cy="23549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C241856-BF8F-4470-8338-843A9CAF39F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872" y="2432720"/>
            <a:ext cx="280869" cy="280869"/>
          </a:xfrm>
          <a:prstGeom prst="rect">
            <a:avLst/>
          </a:prstGeom>
        </p:spPr>
      </p:pic>
      <p:sp>
        <p:nvSpPr>
          <p:cNvPr id="50" name="CaixaDeTexto 49">
            <a:extLst>
              <a:ext uri="{FF2B5EF4-FFF2-40B4-BE49-F238E27FC236}">
                <a16:creationId xmlns:a16="http://schemas.microsoft.com/office/drawing/2014/main" id="{C507879E-9B40-4ECD-B9EA-C234C1895B16}"/>
              </a:ext>
            </a:extLst>
          </p:cNvPr>
          <p:cNvSpPr txBox="1"/>
          <p:nvPr/>
        </p:nvSpPr>
        <p:spPr>
          <a:xfrm>
            <a:off x="1454937" y="2734209"/>
            <a:ext cx="490538" cy="188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23" b="1" dirty="0"/>
              <a:t>Chave 11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B4497422-8A2A-4F21-9826-DE621866851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084" y="2410870"/>
            <a:ext cx="349797" cy="349797"/>
          </a:xfrm>
          <a:prstGeom prst="rect">
            <a:avLst/>
          </a:prstGeom>
        </p:spPr>
      </p:pic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B067B318-64EC-4A0A-BDCF-7EEB1E2CED9B}"/>
              </a:ext>
            </a:extLst>
          </p:cNvPr>
          <p:cNvSpPr/>
          <p:nvPr/>
        </p:nvSpPr>
        <p:spPr>
          <a:xfrm>
            <a:off x="1424846" y="2176648"/>
            <a:ext cx="550921" cy="735450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35"/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7F7D07D3-46E7-45B1-8F0B-6EE0525A5651}"/>
              </a:ext>
            </a:extLst>
          </p:cNvPr>
          <p:cNvSpPr/>
          <p:nvPr/>
        </p:nvSpPr>
        <p:spPr>
          <a:xfrm>
            <a:off x="2082093" y="2246472"/>
            <a:ext cx="613692" cy="151192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54" b="1" dirty="0">
                <a:solidFill>
                  <a:schemeClr val="tx1"/>
                </a:solidFill>
              </a:rPr>
              <a:t>Quantidade de pessoas recomendada</a:t>
            </a:r>
          </a:p>
        </p:txBody>
      </p:sp>
      <p:sp>
        <p:nvSpPr>
          <p:cNvPr id="73" name="Retângulo 72">
            <a:extLst>
              <a:ext uri="{FF2B5EF4-FFF2-40B4-BE49-F238E27FC236}">
                <a16:creationId xmlns:a16="http://schemas.microsoft.com/office/drawing/2014/main" id="{F8F44C0E-EFF5-407C-97C4-F74A7086D220}"/>
              </a:ext>
            </a:extLst>
          </p:cNvPr>
          <p:cNvSpPr/>
          <p:nvPr/>
        </p:nvSpPr>
        <p:spPr>
          <a:xfrm>
            <a:off x="2784684" y="2235004"/>
            <a:ext cx="554649" cy="132334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54" b="1" dirty="0">
                <a:solidFill>
                  <a:schemeClr val="tx1"/>
                </a:solidFill>
              </a:rPr>
              <a:t>PRODUTO RECICLÁVEL</a:t>
            </a:r>
          </a:p>
        </p:txBody>
      </p:sp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E2F86B50-92F5-4F05-8714-76EF9375819F}"/>
              </a:ext>
            </a:extLst>
          </p:cNvPr>
          <p:cNvSpPr/>
          <p:nvPr/>
        </p:nvSpPr>
        <p:spPr>
          <a:xfrm>
            <a:off x="2779941" y="2178879"/>
            <a:ext cx="550921" cy="735450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35"/>
          </a:p>
        </p:txBody>
      </p:sp>
      <p:sp>
        <p:nvSpPr>
          <p:cNvPr id="77" name="Retângulo: Cantos Arredondados 76">
            <a:extLst>
              <a:ext uri="{FF2B5EF4-FFF2-40B4-BE49-F238E27FC236}">
                <a16:creationId xmlns:a16="http://schemas.microsoft.com/office/drawing/2014/main" id="{A50C52AA-06E4-43CB-A8F5-39FB76B12D39}"/>
              </a:ext>
            </a:extLst>
          </p:cNvPr>
          <p:cNvSpPr/>
          <p:nvPr/>
        </p:nvSpPr>
        <p:spPr>
          <a:xfrm>
            <a:off x="2103640" y="2179945"/>
            <a:ext cx="550921" cy="735450"/>
          </a:xfrm>
          <a:prstGeom prst="round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35"/>
          </a:p>
        </p:txBody>
      </p:sp>
      <p:sp>
        <p:nvSpPr>
          <p:cNvPr id="78" name="Retângulo 77">
            <a:extLst>
              <a:ext uri="{FF2B5EF4-FFF2-40B4-BE49-F238E27FC236}">
                <a16:creationId xmlns:a16="http://schemas.microsoft.com/office/drawing/2014/main" id="{74C066A2-EC1B-4717-9C2E-48C30D92D811}"/>
              </a:ext>
            </a:extLst>
          </p:cNvPr>
          <p:cNvSpPr/>
          <p:nvPr/>
        </p:nvSpPr>
        <p:spPr>
          <a:xfrm>
            <a:off x="1401372" y="2204561"/>
            <a:ext cx="592631" cy="132334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554" b="1" dirty="0">
                <a:solidFill>
                  <a:schemeClr val="tx1"/>
                </a:solidFill>
              </a:rPr>
              <a:t>Ferramentas necessárias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4E0A684-1A36-49C0-91D9-4275E80535E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91" y="224655"/>
            <a:ext cx="1017601" cy="238588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F2B24EE-AA3E-030A-CCF2-4C5C1574E2C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43" y="3260855"/>
            <a:ext cx="1567617" cy="881785"/>
          </a:xfrm>
          <a:prstGeom prst="roundRect">
            <a:avLst/>
          </a:prstGeom>
          <a:ln>
            <a:solidFill>
              <a:schemeClr val="tx1"/>
            </a:solidFill>
          </a:ln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DDB2E172-407F-118C-23C5-FB99B6F87161}"/>
              </a:ext>
            </a:extLst>
          </p:cNvPr>
          <p:cNvCxnSpPr>
            <a:cxnSpLocks/>
          </p:cNvCxnSpPr>
          <p:nvPr/>
        </p:nvCxnSpPr>
        <p:spPr>
          <a:xfrm flipH="1" flipV="1">
            <a:off x="1317528" y="4015025"/>
            <a:ext cx="190299" cy="961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Imagem 20">
            <a:extLst>
              <a:ext uri="{FF2B5EF4-FFF2-40B4-BE49-F238E27FC236}">
                <a16:creationId xmlns:a16="http://schemas.microsoft.com/office/drawing/2014/main" id="{2310188D-0FD9-9AFA-03B0-7256B335B544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16" t="2964" r="37180" b="2054"/>
          <a:stretch/>
        </p:blipFill>
        <p:spPr>
          <a:xfrm>
            <a:off x="112256" y="651740"/>
            <a:ext cx="1242876" cy="2313328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FBBAC06D-15C3-5FD0-D6FA-86EC76C8915C}"/>
              </a:ext>
            </a:extLst>
          </p:cNvPr>
          <p:cNvSpPr txBox="1"/>
          <p:nvPr/>
        </p:nvSpPr>
        <p:spPr>
          <a:xfrm>
            <a:off x="113616" y="1270290"/>
            <a:ext cx="259302" cy="1544401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pt-BR" sz="485" dirty="0"/>
              <a:t>Modelo – Estante de aço aberta com 06 prateleiras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6189D10D-5146-6A2B-16B9-37A052B2BCF0}"/>
              </a:ext>
            </a:extLst>
          </p:cNvPr>
          <p:cNvSpPr txBox="1"/>
          <p:nvPr/>
        </p:nvSpPr>
        <p:spPr>
          <a:xfrm>
            <a:off x="108658" y="4196648"/>
            <a:ext cx="3240000" cy="44416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pt-BR"/>
            </a:defPPr>
            <a:lvl1pPr algn="just">
              <a:defRPr sz="1100"/>
            </a:lvl1pPr>
          </a:lstStyle>
          <a:p>
            <a:r>
              <a:rPr lang="pt-BR" sz="762" dirty="0"/>
              <a:t>- Após alinhada, faça a fixação do parafuso apenas na lateral indicada pela seta ao lado. Na lateral da coluna que está apoiada na superfície, os parafusos só serão fixados no final da montagem.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54C47AB-620C-276D-7EE4-E4D27ED8326D}"/>
              </a:ext>
            </a:extLst>
          </p:cNvPr>
          <p:cNvSpPr/>
          <p:nvPr/>
        </p:nvSpPr>
        <p:spPr>
          <a:xfrm>
            <a:off x="5378059" y="4268572"/>
            <a:ext cx="1385193" cy="158552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762" dirty="0">
                <a:solidFill>
                  <a:schemeClr val="tx1"/>
                </a:solidFill>
              </a:rPr>
              <a:t>- Após finalizada a montagem, verificar se a estante está no esquadro, tendo como base as medidas das distâncias dos locais indicados pelas setas da imagem ao lado. O ideal é que as duas medidas estejam iguais. Caso os valores sejam diferentes, realizar ajuste manual. Finalizado </a:t>
            </a:r>
            <a:r>
              <a:rPr lang="pt-BR" sz="762">
                <a:solidFill>
                  <a:schemeClr val="tx1"/>
                </a:solidFill>
              </a:rPr>
              <a:t>o ajuste, </a:t>
            </a:r>
            <a:r>
              <a:rPr lang="pt-BR" sz="762" dirty="0">
                <a:solidFill>
                  <a:schemeClr val="tx1"/>
                </a:solidFill>
              </a:rPr>
              <a:t>basta apertar os parafusos e a estante já estará pronta pra uso.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8549DD6C-6C8E-258A-68ED-BFEC7523DA12}"/>
              </a:ext>
            </a:extLst>
          </p:cNvPr>
          <p:cNvSpPr/>
          <p:nvPr/>
        </p:nvSpPr>
        <p:spPr>
          <a:xfrm>
            <a:off x="3511927" y="5962742"/>
            <a:ext cx="3251325" cy="52551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762" b="1" dirty="0">
                <a:solidFill>
                  <a:schemeClr val="tx1"/>
                </a:solidFill>
              </a:rPr>
              <a:t>IMPORTANTE:</a:t>
            </a:r>
            <a:r>
              <a:rPr lang="pt-BR" sz="762" dirty="0">
                <a:solidFill>
                  <a:schemeClr val="tx1"/>
                </a:solidFill>
              </a:rPr>
              <a:t> Para estantes com reforço em X no fundo e lateral, os reforços maiores deverão ser fixados no fundo em forma de X e os reforços menores deverão ser fixados nas laterais também em forma de X, a fixação é feita com os mesmos parafusos.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B00F6371-9981-A17E-A360-F195A6FB5D23}"/>
              </a:ext>
            </a:extLst>
          </p:cNvPr>
          <p:cNvSpPr txBox="1"/>
          <p:nvPr/>
        </p:nvSpPr>
        <p:spPr>
          <a:xfrm>
            <a:off x="3424303" y="8972483"/>
            <a:ext cx="1598554" cy="65178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727" dirty="0"/>
              <a:t>Av. Coletora Secundária III, Nº 9519, </a:t>
            </a:r>
            <a:r>
              <a:rPr lang="pt-BR" sz="727" dirty="0" err="1"/>
              <a:t>Qd</a:t>
            </a:r>
            <a:r>
              <a:rPr lang="pt-BR" sz="727" dirty="0"/>
              <a:t> C/E Lote 00001 CEP 64.038-250 – Bairro Pedra Miúda</a:t>
            </a:r>
          </a:p>
          <a:p>
            <a:r>
              <a:rPr lang="pt-BR" sz="727" dirty="0"/>
              <a:t>(86) 3219 1200</a:t>
            </a:r>
          </a:p>
          <a:p>
            <a:r>
              <a:rPr lang="pt-BR" sz="727" dirty="0"/>
              <a:t>sac@soacoindustrial.com.br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84099B69-D839-C317-39E9-83BCE6D2ED69}"/>
              </a:ext>
            </a:extLst>
          </p:cNvPr>
          <p:cNvSpPr/>
          <p:nvPr/>
        </p:nvSpPr>
        <p:spPr>
          <a:xfrm>
            <a:off x="5954766" y="9352138"/>
            <a:ext cx="903234" cy="25529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623" dirty="0">
                <a:solidFill>
                  <a:schemeClr val="tx1"/>
                </a:solidFill>
              </a:rPr>
              <a:t>MP-SA-0018:01</a:t>
            </a:r>
          </a:p>
          <a:p>
            <a:pPr algn="r"/>
            <a:r>
              <a:rPr lang="pt-BR" sz="623" dirty="0">
                <a:solidFill>
                  <a:schemeClr val="tx1"/>
                </a:solidFill>
              </a:rPr>
              <a:t>Data Rev. 23/03/2023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6F8CE24A-2461-B472-3A2D-2EE9C6AA36BA}"/>
              </a:ext>
            </a:extLst>
          </p:cNvPr>
          <p:cNvSpPr txBox="1"/>
          <p:nvPr/>
        </p:nvSpPr>
        <p:spPr>
          <a:xfrm>
            <a:off x="3524795" y="6621097"/>
            <a:ext cx="3240000" cy="20422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727" dirty="0">
                <a:ln>
                  <a:solidFill>
                    <a:schemeClr val="tx1"/>
                  </a:solidFill>
                </a:ln>
              </a:rPr>
              <a:t>Limpeza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070CA629-0F09-B1F7-8A6D-B9EAA515BD0D}"/>
              </a:ext>
            </a:extLst>
          </p:cNvPr>
          <p:cNvSpPr/>
          <p:nvPr/>
        </p:nvSpPr>
        <p:spPr>
          <a:xfrm>
            <a:off x="3523251" y="6887393"/>
            <a:ext cx="3240000" cy="98513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762" dirty="0">
                <a:solidFill>
                  <a:schemeClr val="tx1"/>
                </a:solidFill>
              </a:rPr>
              <a:t>- Passar um pano levemente umedecido com água ou detergente neutro e em seguida um pano seco para as limpezas do dia a dia. </a:t>
            </a:r>
          </a:p>
          <a:p>
            <a:pPr algn="just"/>
            <a:r>
              <a:rPr lang="pt-BR" sz="762" dirty="0">
                <a:solidFill>
                  <a:schemeClr val="tx1"/>
                </a:solidFill>
              </a:rPr>
              <a:t>- Nunca use produtos abrasivos, como saponáceos, esponja de aço, escova com cerdas duras, entre outros. - Evitar expor/utilizar os produtos em ambientes com alta umidade, exemplo: câmaras frias, saunas e áreas molhadas.</a:t>
            </a:r>
          </a:p>
          <a:p>
            <a:pPr algn="just"/>
            <a:r>
              <a:rPr lang="pt-BR" sz="762" dirty="0">
                <a:solidFill>
                  <a:schemeClr val="tx1"/>
                </a:solidFill>
              </a:rPr>
              <a:t>- Não armazenar produtos corrosivos, exemplo: ácido, cloro e etc.</a:t>
            </a: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09D4341B-E03F-6B22-476F-063E10871E02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272" t="2503" r="19643" b="3077"/>
          <a:stretch/>
        </p:blipFill>
        <p:spPr>
          <a:xfrm>
            <a:off x="3501008" y="4232920"/>
            <a:ext cx="1796456" cy="1587982"/>
          </a:xfrm>
          <a:prstGeom prst="roundRect">
            <a:avLst/>
          </a:prstGeom>
          <a:ln>
            <a:solidFill>
              <a:schemeClr val="tx1"/>
            </a:solidFill>
          </a:ln>
        </p:spPr>
      </p:pic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FD2B206B-F67B-C2D9-50F3-A507BFDA4B3A}"/>
              </a:ext>
            </a:extLst>
          </p:cNvPr>
          <p:cNvCxnSpPr>
            <a:cxnSpLocks/>
          </p:cNvCxnSpPr>
          <p:nvPr/>
        </p:nvCxnSpPr>
        <p:spPr>
          <a:xfrm flipV="1">
            <a:off x="3716394" y="4303161"/>
            <a:ext cx="1345996" cy="1462528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4B6819CE-DB1F-71FB-79C8-B318950BD7E0}"/>
              </a:ext>
            </a:extLst>
          </p:cNvPr>
          <p:cNvCxnSpPr>
            <a:cxnSpLocks/>
          </p:cNvCxnSpPr>
          <p:nvPr/>
        </p:nvCxnSpPr>
        <p:spPr>
          <a:xfrm flipH="1" flipV="1">
            <a:off x="3716394" y="4303161"/>
            <a:ext cx="1345996" cy="1462528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ector reto 47">
            <a:extLst>
              <a:ext uri="{FF2B5EF4-FFF2-40B4-BE49-F238E27FC236}">
                <a16:creationId xmlns:a16="http://schemas.microsoft.com/office/drawing/2014/main" id="{A9FC1262-0FF2-40DA-B138-161974CC89CE}"/>
              </a:ext>
            </a:extLst>
          </p:cNvPr>
          <p:cNvCxnSpPr>
            <a:cxnSpLocks/>
          </p:cNvCxnSpPr>
          <p:nvPr/>
        </p:nvCxnSpPr>
        <p:spPr>
          <a:xfrm>
            <a:off x="3424303" y="705448"/>
            <a:ext cx="9395" cy="8820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1CFA957D-D894-A691-CA50-6C17081C8422}"/>
              </a:ext>
            </a:extLst>
          </p:cNvPr>
          <p:cNvSpPr txBox="1"/>
          <p:nvPr/>
        </p:nvSpPr>
        <p:spPr>
          <a:xfrm>
            <a:off x="5405242" y="2268788"/>
            <a:ext cx="1393792" cy="795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pt-BR" sz="762" dirty="0"/>
              <a:t>- Posicione a estante em pé, no sentido vertical, e prossiga com a fixação dos parafusos no lado da coluna que estava virado para a superfície de apoio inicialmente.</a:t>
            </a:r>
          </a:p>
        </p:txBody>
      </p:sp>
      <p:sp>
        <p:nvSpPr>
          <p:cNvPr id="54" name="Retângulo 53">
            <a:extLst>
              <a:ext uri="{FF2B5EF4-FFF2-40B4-BE49-F238E27FC236}">
                <a16:creationId xmlns:a16="http://schemas.microsoft.com/office/drawing/2014/main" id="{1B671459-CDC8-C057-D3FE-ABA6E5A94B93}"/>
              </a:ext>
            </a:extLst>
          </p:cNvPr>
          <p:cNvSpPr/>
          <p:nvPr/>
        </p:nvSpPr>
        <p:spPr>
          <a:xfrm>
            <a:off x="6152880" y="647611"/>
            <a:ext cx="646154" cy="94447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762" dirty="0">
                <a:solidFill>
                  <a:schemeClr val="tx1"/>
                </a:solidFill>
              </a:rPr>
              <a:t>- Deve ser colocado um parafuso em cada lateral da coluna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C8DF7593-308B-69D4-CC32-C0218317BAAE}"/>
              </a:ext>
            </a:extLst>
          </p:cNvPr>
          <p:cNvSpPr txBox="1"/>
          <p:nvPr/>
        </p:nvSpPr>
        <p:spPr>
          <a:xfrm>
            <a:off x="3559034" y="2005918"/>
            <a:ext cx="3240000" cy="20422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727" dirty="0">
                <a:ln>
                  <a:solidFill>
                    <a:schemeClr val="tx1"/>
                  </a:solidFill>
                </a:ln>
              </a:rPr>
              <a:t>4º Passo</a:t>
            </a:r>
          </a:p>
        </p:txBody>
      </p:sp>
      <p:pic>
        <p:nvPicPr>
          <p:cNvPr id="56" name="Imagem 55">
            <a:extLst>
              <a:ext uri="{FF2B5EF4-FFF2-40B4-BE49-F238E27FC236}">
                <a16:creationId xmlns:a16="http://schemas.microsoft.com/office/drawing/2014/main" id="{527845D7-2B22-0AB8-1FD9-9E64681D72B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1324" y="9047307"/>
            <a:ext cx="299921" cy="183952"/>
          </a:xfrm>
          <a:prstGeom prst="rect">
            <a:avLst/>
          </a:prstGeom>
        </p:spPr>
      </p:pic>
      <p:sp>
        <p:nvSpPr>
          <p:cNvPr id="57" name="Retângulo 56">
            <a:extLst>
              <a:ext uri="{FF2B5EF4-FFF2-40B4-BE49-F238E27FC236}">
                <a16:creationId xmlns:a16="http://schemas.microsoft.com/office/drawing/2014/main" id="{53B7D1F8-DE8A-55D1-9A3C-0826E5861A56}"/>
              </a:ext>
            </a:extLst>
          </p:cNvPr>
          <p:cNvSpPr/>
          <p:nvPr/>
        </p:nvSpPr>
        <p:spPr>
          <a:xfrm>
            <a:off x="6319790" y="9047307"/>
            <a:ext cx="566340" cy="183952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554" b="1" dirty="0">
                <a:solidFill>
                  <a:schemeClr val="tx1"/>
                </a:solidFill>
              </a:rPr>
              <a:t>PRODUTO </a:t>
            </a:r>
          </a:p>
          <a:p>
            <a:pPr algn="just"/>
            <a:r>
              <a:rPr lang="pt-BR" sz="554" b="1" dirty="0">
                <a:solidFill>
                  <a:schemeClr val="tx1"/>
                </a:solidFill>
              </a:rPr>
              <a:t>RECICLÁVEL</a:t>
            </a:r>
          </a:p>
        </p:txBody>
      </p:sp>
      <p:pic>
        <p:nvPicPr>
          <p:cNvPr id="59" name="Imagem 58">
            <a:extLst>
              <a:ext uri="{FF2B5EF4-FFF2-40B4-BE49-F238E27FC236}">
                <a16:creationId xmlns:a16="http://schemas.microsoft.com/office/drawing/2014/main" id="{85F061FE-CCD8-AD1A-C08B-9D0A2E671884}"/>
              </a:ext>
            </a:extLst>
          </p:cNvPr>
          <p:cNvPicPr>
            <a:picLocks noChangeAspect="1"/>
          </p:cNvPicPr>
          <p:nvPr/>
        </p:nvPicPr>
        <p:blipFill rotWithShape="1"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647" r="5879" b="19565"/>
          <a:stretch/>
        </p:blipFill>
        <p:spPr>
          <a:xfrm>
            <a:off x="3583031" y="648068"/>
            <a:ext cx="2479905" cy="1268180"/>
          </a:xfrm>
          <a:prstGeom prst="roundRect">
            <a:avLst/>
          </a:prstGeom>
          <a:ln>
            <a:solidFill>
              <a:schemeClr val="tx1"/>
            </a:solidFill>
          </a:ln>
        </p:spPr>
      </p:pic>
      <p:sp>
        <p:nvSpPr>
          <p:cNvPr id="60" name="Elipse 59">
            <a:extLst>
              <a:ext uri="{FF2B5EF4-FFF2-40B4-BE49-F238E27FC236}">
                <a16:creationId xmlns:a16="http://schemas.microsoft.com/office/drawing/2014/main" id="{EC3B9776-EF0F-5080-1C7F-281205F99164}"/>
              </a:ext>
            </a:extLst>
          </p:cNvPr>
          <p:cNvSpPr/>
          <p:nvPr/>
        </p:nvSpPr>
        <p:spPr>
          <a:xfrm>
            <a:off x="4347544" y="1188259"/>
            <a:ext cx="409128" cy="27746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335"/>
          </a:p>
        </p:txBody>
      </p:sp>
      <p:cxnSp>
        <p:nvCxnSpPr>
          <p:cNvPr id="61" name="Conector de Seta Reta 60">
            <a:extLst>
              <a:ext uri="{FF2B5EF4-FFF2-40B4-BE49-F238E27FC236}">
                <a16:creationId xmlns:a16="http://schemas.microsoft.com/office/drawing/2014/main" id="{13EF0EF6-2015-02E7-EA59-9BF253B1255D}"/>
              </a:ext>
            </a:extLst>
          </p:cNvPr>
          <p:cNvCxnSpPr>
            <a:cxnSpLocks/>
          </p:cNvCxnSpPr>
          <p:nvPr/>
        </p:nvCxnSpPr>
        <p:spPr>
          <a:xfrm flipH="1" flipV="1">
            <a:off x="4761039" y="1376839"/>
            <a:ext cx="672431" cy="21524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2" name="Imagem 61">
            <a:extLst>
              <a:ext uri="{FF2B5EF4-FFF2-40B4-BE49-F238E27FC236}">
                <a16:creationId xmlns:a16="http://schemas.microsoft.com/office/drawing/2014/main" id="{17450B02-4E7B-EFDF-14A0-12224A60AAC7}"/>
              </a:ext>
            </a:extLst>
          </p:cNvPr>
          <p:cNvPicPr>
            <a:picLocks noChangeAspect="1"/>
          </p:cNvPicPr>
          <p:nvPr/>
        </p:nvPicPr>
        <p:blipFill rotWithShape="1"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6090" t="5955" r="26213" b="6062"/>
          <a:stretch/>
        </p:blipFill>
        <p:spPr>
          <a:xfrm>
            <a:off x="3578046" y="2270051"/>
            <a:ext cx="1751851" cy="1817697"/>
          </a:xfrm>
          <a:prstGeom prst="roundRect">
            <a:avLst/>
          </a:prstGeom>
          <a:ln>
            <a:solidFill>
              <a:schemeClr val="tx1"/>
            </a:solidFill>
          </a:ln>
        </p:spPr>
      </p:pic>
      <p:cxnSp>
        <p:nvCxnSpPr>
          <p:cNvPr id="63" name="Conector de Seta Reta 62">
            <a:extLst>
              <a:ext uri="{FF2B5EF4-FFF2-40B4-BE49-F238E27FC236}">
                <a16:creationId xmlns:a16="http://schemas.microsoft.com/office/drawing/2014/main" id="{CD74CFEC-2A21-CC44-77F3-15EA010B07B3}"/>
              </a:ext>
            </a:extLst>
          </p:cNvPr>
          <p:cNvCxnSpPr>
            <a:cxnSpLocks/>
          </p:cNvCxnSpPr>
          <p:nvPr/>
        </p:nvCxnSpPr>
        <p:spPr>
          <a:xfrm flipH="1" flipV="1">
            <a:off x="3865997" y="3249992"/>
            <a:ext cx="208895" cy="1566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Conector de Seta Reta 63">
            <a:extLst>
              <a:ext uri="{FF2B5EF4-FFF2-40B4-BE49-F238E27FC236}">
                <a16:creationId xmlns:a16="http://schemas.microsoft.com/office/drawing/2014/main" id="{F5A9D943-C06D-7CC5-4A18-262A8A865646}"/>
              </a:ext>
            </a:extLst>
          </p:cNvPr>
          <p:cNvCxnSpPr>
            <a:cxnSpLocks/>
          </p:cNvCxnSpPr>
          <p:nvPr/>
        </p:nvCxnSpPr>
        <p:spPr>
          <a:xfrm flipH="1" flipV="1">
            <a:off x="3824201" y="2442613"/>
            <a:ext cx="208895" cy="1566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Conector de Seta Reta 64">
            <a:extLst>
              <a:ext uri="{FF2B5EF4-FFF2-40B4-BE49-F238E27FC236}">
                <a16:creationId xmlns:a16="http://schemas.microsoft.com/office/drawing/2014/main" id="{AB9B29C4-0831-C2E4-C66B-AC08DC4AD600}"/>
              </a:ext>
            </a:extLst>
          </p:cNvPr>
          <p:cNvCxnSpPr>
            <a:cxnSpLocks/>
          </p:cNvCxnSpPr>
          <p:nvPr/>
        </p:nvCxnSpPr>
        <p:spPr>
          <a:xfrm flipH="1" flipV="1">
            <a:off x="3898350" y="3950441"/>
            <a:ext cx="208895" cy="1566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ector de Seta Reta 65">
            <a:extLst>
              <a:ext uri="{FF2B5EF4-FFF2-40B4-BE49-F238E27FC236}">
                <a16:creationId xmlns:a16="http://schemas.microsoft.com/office/drawing/2014/main" id="{B5AFBA79-CBAD-C81B-142E-4ACF4FE807FF}"/>
              </a:ext>
            </a:extLst>
          </p:cNvPr>
          <p:cNvCxnSpPr>
            <a:cxnSpLocks/>
          </p:cNvCxnSpPr>
          <p:nvPr/>
        </p:nvCxnSpPr>
        <p:spPr>
          <a:xfrm flipH="1" flipV="1">
            <a:off x="5098017" y="3661890"/>
            <a:ext cx="208895" cy="1566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Conector de Seta Reta 66">
            <a:extLst>
              <a:ext uri="{FF2B5EF4-FFF2-40B4-BE49-F238E27FC236}">
                <a16:creationId xmlns:a16="http://schemas.microsoft.com/office/drawing/2014/main" id="{948A4C04-9D46-BA80-3FF7-1A9C895AF97E}"/>
              </a:ext>
            </a:extLst>
          </p:cNvPr>
          <p:cNvCxnSpPr>
            <a:cxnSpLocks/>
          </p:cNvCxnSpPr>
          <p:nvPr/>
        </p:nvCxnSpPr>
        <p:spPr>
          <a:xfrm flipH="1" flipV="1">
            <a:off x="5168741" y="2364310"/>
            <a:ext cx="208895" cy="1566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Conector de Seta Reta 67">
            <a:extLst>
              <a:ext uri="{FF2B5EF4-FFF2-40B4-BE49-F238E27FC236}">
                <a16:creationId xmlns:a16="http://schemas.microsoft.com/office/drawing/2014/main" id="{2A82C69B-FFBD-B118-75D4-1C0DBB329924}"/>
              </a:ext>
            </a:extLst>
          </p:cNvPr>
          <p:cNvCxnSpPr>
            <a:cxnSpLocks/>
          </p:cNvCxnSpPr>
          <p:nvPr/>
        </p:nvCxnSpPr>
        <p:spPr>
          <a:xfrm flipH="1" flipV="1">
            <a:off x="5130586" y="3052252"/>
            <a:ext cx="208895" cy="1566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2319ACF-D5E7-583F-39FB-8183B1270D61}"/>
              </a:ext>
            </a:extLst>
          </p:cNvPr>
          <p:cNvSpPr txBox="1"/>
          <p:nvPr/>
        </p:nvSpPr>
        <p:spPr>
          <a:xfrm>
            <a:off x="1328999" y="6733889"/>
            <a:ext cx="2025776" cy="5398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pt-BR" sz="727" dirty="0"/>
              <a:t>- Prosseguir com a montagem das outras bandejas. Os espaçamento entras elas fica a critério do cliente, podendo variar de acordo com a necessidade do mesmo. 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FA1F58C3-8E3D-89D2-4467-3A4AB08F5A12}"/>
              </a:ext>
            </a:extLst>
          </p:cNvPr>
          <p:cNvSpPr txBox="1"/>
          <p:nvPr/>
        </p:nvSpPr>
        <p:spPr>
          <a:xfrm>
            <a:off x="114775" y="6488730"/>
            <a:ext cx="3240000" cy="20422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 anchor="ctr">
            <a:spAutoFit/>
          </a:bodyPr>
          <a:lstStyle/>
          <a:p>
            <a:r>
              <a:rPr lang="pt-BR" sz="727" dirty="0">
                <a:ln>
                  <a:solidFill>
                    <a:schemeClr val="tx1"/>
                  </a:solidFill>
                </a:ln>
              </a:rPr>
              <a:t>2º Passo</a:t>
            </a:r>
          </a:p>
        </p:txBody>
      </p:sp>
      <p:pic>
        <p:nvPicPr>
          <p:cNvPr id="71" name="Imagem 70">
            <a:extLst>
              <a:ext uri="{FF2B5EF4-FFF2-40B4-BE49-F238E27FC236}">
                <a16:creationId xmlns:a16="http://schemas.microsoft.com/office/drawing/2014/main" id="{E6DDD060-70D3-ED16-904E-AC73157762B0}"/>
              </a:ext>
            </a:extLst>
          </p:cNvPr>
          <p:cNvPicPr>
            <a:picLocks noChangeAspect="1"/>
          </p:cNvPicPr>
          <p:nvPr/>
        </p:nvPicPr>
        <p:blipFill rotWithShape="1">
          <a:blip r:embed="rId18" cstate="print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sharpenSoften amount="5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497" t="38241" r="29049" b="35319"/>
          <a:stretch/>
        </p:blipFill>
        <p:spPr>
          <a:xfrm rot="10462243">
            <a:off x="982119" y="5772647"/>
            <a:ext cx="1408327" cy="522454"/>
          </a:xfrm>
          <a:prstGeom prst="rect">
            <a:avLst/>
          </a:prstGeom>
        </p:spPr>
      </p:pic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6CFF5F08-7745-A35A-92E6-592650575092}"/>
              </a:ext>
            </a:extLst>
          </p:cNvPr>
          <p:cNvCxnSpPr>
            <a:cxnSpLocks/>
          </p:cNvCxnSpPr>
          <p:nvPr/>
        </p:nvCxnSpPr>
        <p:spPr>
          <a:xfrm>
            <a:off x="2372564" y="6062196"/>
            <a:ext cx="424" cy="1765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8AAD0EC3-C7A5-0DAF-876A-9B6C7B404764}"/>
              </a:ext>
            </a:extLst>
          </p:cNvPr>
          <p:cNvCxnSpPr>
            <a:cxnSpLocks/>
          </p:cNvCxnSpPr>
          <p:nvPr/>
        </p:nvCxnSpPr>
        <p:spPr>
          <a:xfrm>
            <a:off x="2073488" y="6061410"/>
            <a:ext cx="424" cy="1765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>
            <a:extLst>
              <a:ext uri="{FF2B5EF4-FFF2-40B4-BE49-F238E27FC236}">
                <a16:creationId xmlns:a16="http://schemas.microsoft.com/office/drawing/2014/main" id="{C1F0E71C-DDB2-DDB2-D8D2-909B0D1C08A0}"/>
              </a:ext>
            </a:extLst>
          </p:cNvPr>
          <p:cNvCxnSpPr>
            <a:cxnSpLocks/>
          </p:cNvCxnSpPr>
          <p:nvPr/>
        </p:nvCxnSpPr>
        <p:spPr>
          <a:xfrm>
            <a:off x="2073489" y="6216537"/>
            <a:ext cx="299499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1CF10CDA-648C-49AA-5E05-50FB61D829F7}"/>
              </a:ext>
            </a:extLst>
          </p:cNvPr>
          <p:cNvSpPr txBox="1"/>
          <p:nvPr/>
        </p:nvSpPr>
        <p:spPr>
          <a:xfrm>
            <a:off x="2073895" y="6169948"/>
            <a:ext cx="298687" cy="2840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623" dirty="0"/>
              <a:t>3 cm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0244A338-F95A-7552-CBB1-19226300121D}"/>
              </a:ext>
            </a:extLst>
          </p:cNvPr>
          <p:cNvSpPr txBox="1"/>
          <p:nvPr/>
        </p:nvSpPr>
        <p:spPr>
          <a:xfrm>
            <a:off x="1328999" y="8199297"/>
            <a:ext cx="2025776" cy="561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pt-BR" sz="762" dirty="0"/>
              <a:t>- Posicionar as outras duas colunas na parte superior e fixar os dois parafusos em cada lateral da bandeja, nos locais indicados pelas setas na imagem ao lado. </a:t>
            </a:r>
          </a:p>
        </p:txBody>
      </p:sp>
      <p:sp>
        <p:nvSpPr>
          <p:cNvPr id="82" name="CaixaDeTexto 81">
            <a:extLst>
              <a:ext uri="{FF2B5EF4-FFF2-40B4-BE49-F238E27FC236}">
                <a16:creationId xmlns:a16="http://schemas.microsoft.com/office/drawing/2014/main" id="{E38B0EB7-7456-0E80-B73F-0ADE4586CF0B}"/>
              </a:ext>
            </a:extLst>
          </p:cNvPr>
          <p:cNvSpPr txBox="1"/>
          <p:nvPr/>
        </p:nvSpPr>
        <p:spPr>
          <a:xfrm>
            <a:off x="108061" y="7915303"/>
            <a:ext cx="3246714" cy="20422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727" dirty="0">
                <a:ln>
                  <a:solidFill>
                    <a:schemeClr val="tx1"/>
                  </a:solidFill>
                </a:ln>
              </a:rPr>
              <a:t>3º Passo</a:t>
            </a:r>
          </a:p>
        </p:txBody>
      </p:sp>
      <p:pic>
        <p:nvPicPr>
          <p:cNvPr id="84" name="Imagem 83">
            <a:extLst>
              <a:ext uri="{FF2B5EF4-FFF2-40B4-BE49-F238E27FC236}">
                <a16:creationId xmlns:a16="http://schemas.microsoft.com/office/drawing/2014/main" id="{E957E1C7-3C5D-D4E6-0772-038DF2CA295A}"/>
              </a:ext>
            </a:extLst>
          </p:cNvPr>
          <p:cNvPicPr>
            <a:picLocks noChangeAspect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57" t="5841" r="25940" b="7766"/>
          <a:stretch/>
        </p:blipFill>
        <p:spPr>
          <a:xfrm>
            <a:off x="108061" y="6709614"/>
            <a:ext cx="1128636" cy="1121538"/>
          </a:xfrm>
          <a:prstGeom prst="roundRect">
            <a:avLst/>
          </a:prstGeom>
          <a:ln>
            <a:solidFill>
              <a:schemeClr val="tx1"/>
            </a:solidFill>
          </a:ln>
        </p:spPr>
      </p:pic>
      <p:pic>
        <p:nvPicPr>
          <p:cNvPr id="85" name="Imagem 84">
            <a:extLst>
              <a:ext uri="{FF2B5EF4-FFF2-40B4-BE49-F238E27FC236}">
                <a16:creationId xmlns:a16="http://schemas.microsoft.com/office/drawing/2014/main" id="{46747625-892C-D0D6-3AC3-9306DACC206B}"/>
              </a:ext>
            </a:extLst>
          </p:cNvPr>
          <p:cNvPicPr>
            <a:picLocks noChangeAspect="1"/>
          </p:cNvPicPr>
          <p:nvPr/>
        </p:nvPicPr>
        <p:blipFill rotWithShape="1"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77" t="729" r="22183"/>
          <a:stretch/>
        </p:blipFill>
        <p:spPr>
          <a:xfrm>
            <a:off x="122598" y="8199297"/>
            <a:ext cx="1127546" cy="1121538"/>
          </a:xfrm>
          <a:prstGeom prst="roundRect">
            <a:avLst/>
          </a:prstGeom>
          <a:ln>
            <a:solidFill>
              <a:schemeClr val="tx1"/>
            </a:solidFill>
          </a:ln>
        </p:spPr>
      </p:pic>
      <p:sp>
        <p:nvSpPr>
          <p:cNvPr id="86" name="CaixaDeTexto 85">
            <a:extLst>
              <a:ext uri="{FF2B5EF4-FFF2-40B4-BE49-F238E27FC236}">
                <a16:creationId xmlns:a16="http://schemas.microsoft.com/office/drawing/2014/main" id="{A0E07A29-1BD1-B2E0-D7E5-1E2BC47F4EAB}"/>
              </a:ext>
            </a:extLst>
          </p:cNvPr>
          <p:cNvSpPr txBox="1"/>
          <p:nvPr/>
        </p:nvSpPr>
        <p:spPr>
          <a:xfrm>
            <a:off x="83156" y="4880992"/>
            <a:ext cx="3271618" cy="9132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pt-BR" sz="762" b="1" dirty="0" err="1"/>
              <a:t>Obs</a:t>
            </a:r>
            <a:r>
              <a:rPr lang="pt-BR" sz="762" b="1" dirty="0"/>
              <a:t>: </a:t>
            </a:r>
            <a:r>
              <a:rPr lang="pt-BR" sz="762" dirty="0"/>
              <a:t>É importante durante a fixação dos parafusos não aperta-los totalmente, para que, ao finalizar a montagem, seja possível ajusta-la para que fique no esquadro.</a:t>
            </a:r>
          </a:p>
          <a:p>
            <a:pPr algn="just"/>
            <a:r>
              <a:rPr lang="pt-BR" sz="762" b="1" dirty="0" err="1"/>
              <a:t>Obs</a:t>
            </a:r>
            <a:r>
              <a:rPr lang="pt-BR" sz="762" b="1" dirty="0"/>
              <a:t>: </a:t>
            </a:r>
            <a:r>
              <a:rPr lang="pt-BR" sz="762" dirty="0"/>
              <a:t>A extremidade da coluna que deve ser inserida a sapata é a que apresenta a distancia de 3 cm do furo para borda, conforme imagem abaixo. A fixação das sapatas pode ser feita antes de finalizar a montagem ou após finalizada, fica a critério do montador.</a:t>
            </a:r>
          </a:p>
        </p:txBody>
      </p:sp>
      <p:cxnSp>
        <p:nvCxnSpPr>
          <p:cNvPr id="87" name="Conector de Seta Reta 86">
            <a:extLst>
              <a:ext uri="{FF2B5EF4-FFF2-40B4-BE49-F238E27FC236}">
                <a16:creationId xmlns:a16="http://schemas.microsoft.com/office/drawing/2014/main" id="{445DE05F-2259-C1CC-9AD8-3FAAB73723A6}"/>
              </a:ext>
            </a:extLst>
          </p:cNvPr>
          <p:cNvCxnSpPr>
            <a:cxnSpLocks/>
          </p:cNvCxnSpPr>
          <p:nvPr/>
        </p:nvCxnSpPr>
        <p:spPr>
          <a:xfrm flipV="1">
            <a:off x="976751" y="8275696"/>
            <a:ext cx="149555" cy="15244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Conector de Seta Reta 87">
            <a:extLst>
              <a:ext uri="{FF2B5EF4-FFF2-40B4-BE49-F238E27FC236}">
                <a16:creationId xmlns:a16="http://schemas.microsoft.com/office/drawing/2014/main" id="{6F5DC5C3-C2E6-0398-1B32-BC211584B0E1}"/>
              </a:ext>
            </a:extLst>
          </p:cNvPr>
          <p:cNvCxnSpPr>
            <a:cxnSpLocks/>
          </p:cNvCxnSpPr>
          <p:nvPr/>
        </p:nvCxnSpPr>
        <p:spPr>
          <a:xfrm flipV="1">
            <a:off x="965658" y="8724425"/>
            <a:ext cx="149555" cy="15244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Conector de Seta Reta 88">
            <a:extLst>
              <a:ext uri="{FF2B5EF4-FFF2-40B4-BE49-F238E27FC236}">
                <a16:creationId xmlns:a16="http://schemas.microsoft.com/office/drawing/2014/main" id="{2E31EB4F-7A72-B1E9-AAB0-92CA06B89E93}"/>
              </a:ext>
            </a:extLst>
          </p:cNvPr>
          <p:cNvCxnSpPr>
            <a:cxnSpLocks/>
          </p:cNvCxnSpPr>
          <p:nvPr/>
        </p:nvCxnSpPr>
        <p:spPr>
          <a:xfrm flipV="1">
            <a:off x="967710" y="9173153"/>
            <a:ext cx="149555" cy="15244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Conector de Seta Reta 89">
            <a:extLst>
              <a:ext uri="{FF2B5EF4-FFF2-40B4-BE49-F238E27FC236}">
                <a16:creationId xmlns:a16="http://schemas.microsoft.com/office/drawing/2014/main" id="{CD7266BC-5D8F-89F8-8091-701E8997CDB6}"/>
              </a:ext>
            </a:extLst>
          </p:cNvPr>
          <p:cNvCxnSpPr>
            <a:cxnSpLocks/>
          </p:cNvCxnSpPr>
          <p:nvPr/>
        </p:nvCxnSpPr>
        <p:spPr>
          <a:xfrm flipH="1" flipV="1">
            <a:off x="242195" y="8270254"/>
            <a:ext cx="149555" cy="15244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Conector de Seta Reta 90">
            <a:extLst>
              <a:ext uri="{FF2B5EF4-FFF2-40B4-BE49-F238E27FC236}">
                <a16:creationId xmlns:a16="http://schemas.microsoft.com/office/drawing/2014/main" id="{5BEE97D1-6502-A817-F526-7784D4B33DF9}"/>
              </a:ext>
            </a:extLst>
          </p:cNvPr>
          <p:cNvCxnSpPr>
            <a:cxnSpLocks/>
          </p:cNvCxnSpPr>
          <p:nvPr/>
        </p:nvCxnSpPr>
        <p:spPr>
          <a:xfrm flipH="1" flipV="1">
            <a:off x="255040" y="9186395"/>
            <a:ext cx="149555" cy="15244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Conector de Seta Reta 91">
            <a:extLst>
              <a:ext uri="{FF2B5EF4-FFF2-40B4-BE49-F238E27FC236}">
                <a16:creationId xmlns:a16="http://schemas.microsoft.com/office/drawing/2014/main" id="{28BA12C1-0D85-1B69-E9AC-80437938182B}"/>
              </a:ext>
            </a:extLst>
          </p:cNvPr>
          <p:cNvCxnSpPr>
            <a:cxnSpLocks/>
          </p:cNvCxnSpPr>
          <p:nvPr/>
        </p:nvCxnSpPr>
        <p:spPr>
          <a:xfrm flipH="1" flipV="1">
            <a:off x="255040" y="8726349"/>
            <a:ext cx="149555" cy="15244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702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4217784</TotalTime>
  <Words>552</Words>
  <Application>Microsoft Office PowerPoint</Application>
  <PresentationFormat>Papel A4 (210 x 297 mm)</PresentationFormat>
  <Paragraphs>55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Monda</vt:lpstr>
      <vt:lpstr>1_Tema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soaco</dc:creator>
  <cp:lastModifiedBy>Eliel Lima</cp:lastModifiedBy>
  <cp:revision>506</cp:revision>
  <cp:lastPrinted>2020-08-18T13:44:38Z</cp:lastPrinted>
  <dcterms:created xsi:type="dcterms:W3CDTF">2017-01-16T11:13:17Z</dcterms:created>
  <dcterms:modified xsi:type="dcterms:W3CDTF">2023-05-19T14:18:26Z</dcterms:modified>
</cp:coreProperties>
</file>